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E7BB73-410E-712D-A13A-84760F7E3CDE}" v="263" dt="2026-08-30T16:41:28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7A6B39-5997-468A-9696-4DDB55E40F4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0ED1019-8584-44A1-855B-5283EC98428D}">
      <dgm:prSet phldrT="[Text]" phldr="0"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600">
              <a:latin typeface="Aptos Display"/>
            </a:rPr>
            <a:t>Bridges the gap between siloed plant systems uniting into a single, real-time shared digital twin. </a:t>
          </a:r>
          <a:endParaRPr lang="en-US" sz="1600" dirty="0">
            <a:latin typeface="Aptos Display"/>
          </a:endParaRPr>
        </a:p>
      </dgm:t>
    </dgm:pt>
    <dgm:pt modelId="{A0F9FC04-9A58-40A7-BA06-CD55C9F12B34}" type="parTrans" cxnId="{C09A9AE1-2BC7-4D2F-8640-33B279669A56}">
      <dgm:prSet/>
      <dgm:spPr/>
    </dgm:pt>
    <dgm:pt modelId="{CA0860E5-3D7D-4AF2-AC29-C0151AB7DCFD}" type="sibTrans" cxnId="{C09A9AE1-2BC7-4D2F-8640-33B279669A56}">
      <dgm:prSet/>
      <dgm:spPr/>
    </dgm:pt>
    <dgm:pt modelId="{E907C610-B6C9-4C92-9E7B-70A53DCC40B3}">
      <dgm:prSet phldrT="[Text]"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600" dirty="0">
              <a:latin typeface="Aptos Display"/>
            </a:rPr>
            <a:t>Transitions manufacturing operations from reactive firefighting to proactive prevention </a:t>
          </a:r>
        </a:p>
      </dgm:t>
    </dgm:pt>
    <dgm:pt modelId="{16C1D9EA-9A9B-42AF-BE62-60D9541932F6}" type="parTrans" cxnId="{49EA3369-CEDF-441C-ABE9-A815968C9831}">
      <dgm:prSet/>
      <dgm:spPr/>
    </dgm:pt>
    <dgm:pt modelId="{FE1D5DC5-421E-4B85-A30D-74D06447549F}" type="sibTrans" cxnId="{49EA3369-CEDF-441C-ABE9-A815968C9831}">
      <dgm:prSet/>
      <dgm:spPr/>
    </dgm:pt>
    <dgm:pt modelId="{C21E5324-B8BC-4EA4-9499-26F80C3B0F41}">
      <dgm:prSet phldrT="[Text]"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600" dirty="0">
              <a:latin typeface="Aptos Display"/>
            </a:rPr>
            <a:t>Eliminates late detection and manual investigations by predicting bottlenecks and WIP buildup</a:t>
          </a:r>
        </a:p>
      </dgm:t>
    </dgm:pt>
    <dgm:pt modelId="{7EB8F3FA-E7A4-4AF7-8D41-42FE204B94DC}" type="parTrans" cxnId="{AD958A4A-0E40-4EBD-8A77-D2B93624383D}">
      <dgm:prSet/>
      <dgm:spPr/>
    </dgm:pt>
    <dgm:pt modelId="{ED915A7A-670C-4D27-B35F-9C0AB4F55EB6}" type="sibTrans" cxnId="{AD958A4A-0E40-4EBD-8A77-D2B93624383D}">
      <dgm:prSet/>
      <dgm:spPr/>
    </dgm:pt>
    <dgm:pt modelId="{C158C55C-F9B2-4CFE-82A9-7F4A852E4A86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600" dirty="0">
              <a:latin typeface="Aptos Display"/>
            </a:rPr>
            <a:t>Prevents quality escapes and costly line stoppages through early defect prediction</a:t>
          </a:r>
        </a:p>
      </dgm:t>
    </dgm:pt>
    <dgm:pt modelId="{2CC3183D-B4BB-4653-A3C3-2EA5DB08D37A}" type="parTrans" cxnId="{E8887A33-F1C8-47D4-BB1C-F8470FC03AE1}">
      <dgm:prSet/>
      <dgm:spPr/>
    </dgm:pt>
    <dgm:pt modelId="{28C9D5F5-570F-43DE-AE00-8DB34ED38C3F}" type="sibTrans" cxnId="{E8887A33-F1C8-47D4-BB1C-F8470FC03AE1}">
      <dgm:prSet/>
      <dgm:spPr/>
    </dgm:pt>
    <dgm:pt modelId="{07D4BB06-DB92-429A-AFA1-02A5F0015E99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1600" dirty="0">
              <a:latin typeface="Aptos Display"/>
            </a:rPr>
            <a:t>Delivers proven economic impact, including a 5-12% increase in line availability, 15-25% lower unplanned downtime, and typical savings of ₹15–30 Crore/year with a 6–12 month payback</a:t>
          </a:r>
        </a:p>
      </dgm:t>
    </dgm:pt>
    <dgm:pt modelId="{3EC4C527-79FA-4004-9295-2AAF3539DDEB}" type="parTrans" cxnId="{B18E5333-98AD-4048-A6C6-9DD88FC1BAD7}">
      <dgm:prSet/>
      <dgm:spPr/>
    </dgm:pt>
    <dgm:pt modelId="{1CCD5D15-D497-4406-8C77-8224C791CB50}" type="sibTrans" cxnId="{B18E5333-98AD-4048-A6C6-9DD88FC1BAD7}">
      <dgm:prSet/>
      <dgm:spPr/>
    </dgm:pt>
    <dgm:pt modelId="{11B44158-44AC-4908-A667-33240677A2CE}" type="pres">
      <dgm:prSet presAssocID="{F57A6B39-5997-468A-9696-4DDB55E40F44}" presName="diagram" presStyleCnt="0">
        <dgm:presLayoutVars>
          <dgm:dir/>
          <dgm:resizeHandles val="exact"/>
        </dgm:presLayoutVars>
      </dgm:prSet>
      <dgm:spPr/>
    </dgm:pt>
    <dgm:pt modelId="{EBE62417-09B9-4E25-9D0E-8CFE3476027E}" type="pres">
      <dgm:prSet presAssocID="{10ED1019-8584-44A1-855B-5283EC98428D}" presName="node" presStyleLbl="node1" presStyleIdx="0" presStyleCnt="5">
        <dgm:presLayoutVars>
          <dgm:bulletEnabled val="1"/>
        </dgm:presLayoutVars>
      </dgm:prSet>
      <dgm:spPr/>
    </dgm:pt>
    <dgm:pt modelId="{BBBDB988-763B-46C3-8F55-A23596A62067}" type="pres">
      <dgm:prSet presAssocID="{CA0860E5-3D7D-4AF2-AC29-C0151AB7DCFD}" presName="sibTrans" presStyleCnt="0"/>
      <dgm:spPr/>
    </dgm:pt>
    <dgm:pt modelId="{8AB8F9AD-5977-4CD5-B94E-DB41B2FFF8D9}" type="pres">
      <dgm:prSet presAssocID="{E907C610-B6C9-4C92-9E7B-70A53DCC40B3}" presName="node" presStyleLbl="node1" presStyleIdx="1" presStyleCnt="5">
        <dgm:presLayoutVars>
          <dgm:bulletEnabled val="1"/>
        </dgm:presLayoutVars>
      </dgm:prSet>
      <dgm:spPr/>
    </dgm:pt>
    <dgm:pt modelId="{66922B36-5582-42C6-B74D-5199CE3FB83E}" type="pres">
      <dgm:prSet presAssocID="{FE1D5DC5-421E-4B85-A30D-74D06447549F}" presName="sibTrans" presStyleCnt="0"/>
      <dgm:spPr/>
    </dgm:pt>
    <dgm:pt modelId="{D4D3BF5E-1EB5-4DC1-BC7C-47289CE9DB4D}" type="pres">
      <dgm:prSet presAssocID="{C21E5324-B8BC-4EA4-9499-26F80C3B0F41}" presName="node" presStyleLbl="node1" presStyleIdx="2" presStyleCnt="5">
        <dgm:presLayoutVars>
          <dgm:bulletEnabled val="1"/>
        </dgm:presLayoutVars>
      </dgm:prSet>
      <dgm:spPr/>
    </dgm:pt>
    <dgm:pt modelId="{51B39779-3C8C-448B-B965-4AB2D9562670}" type="pres">
      <dgm:prSet presAssocID="{ED915A7A-670C-4D27-B35F-9C0AB4F55EB6}" presName="sibTrans" presStyleCnt="0"/>
      <dgm:spPr/>
    </dgm:pt>
    <dgm:pt modelId="{DCA859E8-615E-458E-8E03-64455166A4BE}" type="pres">
      <dgm:prSet presAssocID="{C158C55C-F9B2-4CFE-82A9-7F4A852E4A86}" presName="node" presStyleLbl="node1" presStyleIdx="3" presStyleCnt="5">
        <dgm:presLayoutVars>
          <dgm:bulletEnabled val="1"/>
        </dgm:presLayoutVars>
      </dgm:prSet>
      <dgm:spPr/>
    </dgm:pt>
    <dgm:pt modelId="{D239CBA7-7EA6-4FC5-BA2F-20A29B8776C7}" type="pres">
      <dgm:prSet presAssocID="{28C9D5F5-570F-43DE-AE00-8DB34ED38C3F}" presName="sibTrans" presStyleCnt="0"/>
      <dgm:spPr/>
    </dgm:pt>
    <dgm:pt modelId="{703AA31B-6EA5-4C7D-B00B-9F509432060E}" type="pres">
      <dgm:prSet presAssocID="{07D4BB06-DB92-429A-AFA1-02A5F0015E99}" presName="node" presStyleLbl="node1" presStyleIdx="4" presStyleCnt="5">
        <dgm:presLayoutVars>
          <dgm:bulletEnabled val="1"/>
        </dgm:presLayoutVars>
      </dgm:prSet>
      <dgm:spPr/>
    </dgm:pt>
  </dgm:ptLst>
  <dgm:cxnLst>
    <dgm:cxn modelId="{DF735530-A5EB-4DC4-ABC1-DFAFE8244A0D}" type="presOf" srcId="{C21E5324-B8BC-4EA4-9499-26F80C3B0F41}" destId="{D4D3BF5E-1EB5-4DC1-BC7C-47289CE9DB4D}" srcOrd="0" destOrd="0" presId="urn:microsoft.com/office/officeart/2005/8/layout/default"/>
    <dgm:cxn modelId="{B18E5333-98AD-4048-A6C6-9DD88FC1BAD7}" srcId="{F57A6B39-5997-468A-9696-4DDB55E40F44}" destId="{07D4BB06-DB92-429A-AFA1-02A5F0015E99}" srcOrd="4" destOrd="0" parTransId="{3EC4C527-79FA-4004-9295-2AAF3539DDEB}" sibTransId="{1CCD5D15-D497-4406-8C77-8224C791CB50}"/>
    <dgm:cxn modelId="{E8887A33-F1C8-47D4-BB1C-F8470FC03AE1}" srcId="{F57A6B39-5997-468A-9696-4DDB55E40F44}" destId="{C158C55C-F9B2-4CFE-82A9-7F4A852E4A86}" srcOrd="3" destOrd="0" parTransId="{2CC3183D-B4BB-4653-A3C3-2EA5DB08D37A}" sibTransId="{28C9D5F5-570F-43DE-AE00-8DB34ED38C3F}"/>
    <dgm:cxn modelId="{CA0B3D35-9672-426E-B4E3-2A924231D1EB}" type="presOf" srcId="{F57A6B39-5997-468A-9696-4DDB55E40F44}" destId="{11B44158-44AC-4908-A667-33240677A2CE}" srcOrd="0" destOrd="0" presId="urn:microsoft.com/office/officeart/2005/8/layout/default"/>
    <dgm:cxn modelId="{49EA3369-CEDF-441C-ABE9-A815968C9831}" srcId="{F57A6B39-5997-468A-9696-4DDB55E40F44}" destId="{E907C610-B6C9-4C92-9E7B-70A53DCC40B3}" srcOrd="1" destOrd="0" parTransId="{16C1D9EA-9A9B-42AF-BE62-60D9541932F6}" sibTransId="{FE1D5DC5-421E-4B85-A30D-74D06447549F}"/>
    <dgm:cxn modelId="{AD958A4A-0E40-4EBD-8A77-D2B93624383D}" srcId="{F57A6B39-5997-468A-9696-4DDB55E40F44}" destId="{C21E5324-B8BC-4EA4-9499-26F80C3B0F41}" srcOrd="2" destOrd="0" parTransId="{7EB8F3FA-E7A4-4AF7-8D41-42FE204B94DC}" sibTransId="{ED915A7A-670C-4D27-B35F-9C0AB4F55EB6}"/>
    <dgm:cxn modelId="{BCAE5773-85D6-44E4-8E14-B168A60260C1}" type="presOf" srcId="{C158C55C-F9B2-4CFE-82A9-7F4A852E4A86}" destId="{DCA859E8-615E-458E-8E03-64455166A4BE}" srcOrd="0" destOrd="0" presId="urn:microsoft.com/office/officeart/2005/8/layout/default"/>
    <dgm:cxn modelId="{CEBB685A-6E1A-4537-A6A5-D5C0312790C3}" type="presOf" srcId="{10ED1019-8584-44A1-855B-5283EC98428D}" destId="{EBE62417-09B9-4E25-9D0E-8CFE3476027E}" srcOrd="0" destOrd="0" presId="urn:microsoft.com/office/officeart/2005/8/layout/default"/>
    <dgm:cxn modelId="{4EE68BAA-C4E9-4D25-8610-D91C4E2F7C11}" type="presOf" srcId="{E907C610-B6C9-4C92-9E7B-70A53DCC40B3}" destId="{8AB8F9AD-5977-4CD5-B94E-DB41B2FFF8D9}" srcOrd="0" destOrd="0" presId="urn:microsoft.com/office/officeart/2005/8/layout/default"/>
    <dgm:cxn modelId="{C09A9AE1-2BC7-4D2F-8640-33B279669A56}" srcId="{F57A6B39-5997-468A-9696-4DDB55E40F44}" destId="{10ED1019-8584-44A1-855B-5283EC98428D}" srcOrd="0" destOrd="0" parTransId="{A0F9FC04-9A58-40A7-BA06-CD55C9F12B34}" sibTransId="{CA0860E5-3D7D-4AF2-AC29-C0151AB7DCFD}"/>
    <dgm:cxn modelId="{5CEE3CE3-A321-46E7-9216-AD1D10F5F915}" type="presOf" srcId="{07D4BB06-DB92-429A-AFA1-02A5F0015E99}" destId="{703AA31B-6EA5-4C7D-B00B-9F509432060E}" srcOrd="0" destOrd="0" presId="urn:microsoft.com/office/officeart/2005/8/layout/default"/>
    <dgm:cxn modelId="{3F0DD4C2-0029-4536-9DA5-9A426A81DE15}" type="presParOf" srcId="{11B44158-44AC-4908-A667-33240677A2CE}" destId="{EBE62417-09B9-4E25-9D0E-8CFE3476027E}" srcOrd="0" destOrd="0" presId="urn:microsoft.com/office/officeart/2005/8/layout/default"/>
    <dgm:cxn modelId="{15288B5F-13DC-4FEC-B3D3-937C4873132B}" type="presParOf" srcId="{11B44158-44AC-4908-A667-33240677A2CE}" destId="{BBBDB988-763B-46C3-8F55-A23596A62067}" srcOrd="1" destOrd="0" presId="urn:microsoft.com/office/officeart/2005/8/layout/default"/>
    <dgm:cxn modelId="{70E55838-7E67-4BE4-8C26-E775E6FF4715}" type="presParOf" srcId="{11B44158-44AC-4908-A667-33240677A2CE}" destId="{8AB8F9AD-5977-4CD5-B94E-DB41B2FFF8D9}" srcOrd="2" destOrd="0" presId="urn:microsoft.com/office/officeart/2005/8/layout/default"/>
    <dgm:cxn modelId="{BABDCDD9-7984-49AE-B5A3-43EAF780126C}" type="presParOf" srcId="{11B44158-44AC-4908-A667-33240677A2CE}" destId="{66922B36-5582-42C6-B74D-5199CE3FB83E}" srcOrd="3" destOrd="0" presId="urn:microsoft.com/office/officeart/2005/8/layout/default"/>
    <dgm:cxn modelId="{4F96C540-48D2-4442-942F-89B30B9B6A84}" type="presParOf" srcId="{11B44158-44AC-4908-A667-33240677A2CE}" destId="{D4D3BF5E-1EB5-4DC1-BC7C-47289CE9DB4D}" srcOrd="4" destOrd="0" presId="urn:microsoft.com/office/officeart/2005/8/layout/default"/>
    <dgm:cxn modelId="{D3F124E6-8145-4B54-B219-6F23994547B6}" type="presParOf" srcId="{11B44158-44AC-4908-A667-33240677A2CE}" destId="{51B39779-3C8C-448B-B965-4AB2D9562670}" srcOrd="5" destOrd="0" presId="urn:microsoft.com/office/officeart/2005/8/layout/default"/>
    <dgm:cxn modelId="{DD295C25-583E-490A-BA1C-5AF9EBC07C1F}" type="presParOf" srcId="{11B44158-44AC-4908-A667-33240677A2CE}" destId="{DCA859E8-615E-458E-8E03-64455166A4BE}" srcOrd="6" destOrd="0" presId="urn:microsoft.com/office/officeart/2005/8/layout/default"/>
    <dgm:cxn modelId="{1B76E139-CA0C-47CF-8A0B-521E65A48C9F}" type="presParOf" srcId="{11B44158-44AC-4908-A667-33240677A2CE}" destId="{D239CBA7-7EA6-4FC5-BA2F-20A29B8776C7}" srcOrd="7" destOrd="0" presId="urn:microsoft.com/office/officeart/2005/8/layout/default"/>
    <dgm:cxn modelId="{1E70D1A5-7380-4DEB-932A-0D68B1343D66}" type="presParOf" srcId="{11B44158-44AC-4908-A667-33240677A2CE}" destId="{703AA31B-6EA5-4C7D-B00B-9F509432060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2CB064-3BBB-4554-B584-BB7488F7795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519138-5CE9-4663-B6C1-304C7A1B2639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Unified Real-Time Visibility</a:t>
          </a:r>
          <a:endParaRPr lang="en-US">
            <a:latin typeface="Calibri"/>
          </a:endParaRPr>
        </a:p>
      </dgm:t>
    </dgm:pt>
    <dgm:pt modelId="{7661C9F0-A764-4712-8C8E-C374E38AFEBF}" type="parTrans" cxnId="{466B401B-C321-4CDF-B7CF-399936338952}">
      <dgm:prSet/>
      <dgm:spPr/>
    </dgm:pt>
    <dgm:pt modelId="{A0D054D0-BB6B-4A65-8C61-F07DD827EF23}" type="sibTrans" cxnId="{466B401B-C321-4CDF-B7CF-399936338952}">
      <dgm:prSet/>
      <dgm:spPr/>
      <dgm:t>
        <a:bodyPr/>
        <a:lstStyle/>
        <a:p>
          <a:endParaRPr lang="en-US"/>
        </a:p>
      </dgm:t>
    </dgm:pt>
    <dgm:pt modelId="{A70E53E8-8875-439B-8C32-81AC2F63DA3E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Proactive Congestion &amp; Bottleneck Mitigation</a:t>
          </a:r>
          <a:endParaRPr lang="en-US">
            <a:latin typeface="Calibri"/>
          </a:endParaRPr>
        </a:p>
      </dgm:t>
    </dgm:pt>
    <dgm:pt modelId="{B7115109-1BB3-404E-85E9-736F45E7E052}" type="parTrans" cxnId="{CDC50F0A-8044-4FD9-AD3F-B3894C9E53E9}">
      <dgm:prSet/>
      <dgm:spPr/>
    </dgm:pt>
    <dgm:pt modelId="{44F1585C-19EE-4B7F-AE26-3353C412FD86}" type="sibTrans" cxnId="{CDC50F0A-8044-4FD9-AD3F-B3894C9E53E9}">
      <dgm:prSet/>
      <dgm:spPr/>
      <dgm:t>
        <a:bodyPr/>
        <a:lstStyle/>
        <a:p>
          <a:endParaRPr lang="en-US"/>
        </a:p>
      </dgm:t>
    </dgm:pt>
    <dgm:pt modelId="{DE1484F9-8B28-4044-B832-1CFBDCFB871E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Quality Assurance &amp; Defect Prevention</a:t>
          </a:r>
          <a:endParaRPr lang="en-US">
            <a:latin typeface="Calibri"/>
          </a:endParaRPr>
        </a:p>
      </dgm:t>
    </dgm:pt>
    <dgm:pt modelId="{FD888094-C95D-48FD-88A6-25540805FC01}" type="parTrans" cxnId="{A7B6CCE6-A7AB-477A-88B3-738F0933E86A}">
      <dgm:prSet/>
      <dgm:spPr/>
    </dgm:pt>
    <dgm:pt modelId="{B6860F26-51BE-424B-859A-090AC678EE53}" type="sibTrans" cxnId="{A7B6CCE6-A7AB-477A-88B3-738F0933E86A}">
      <dgm:prSet/>
      <dgm:spPr/>
      <dgm:t>
        <a:bodyPr/>
        <a:lstStyle/>
        <a:p>
          <a:endParaRPr lang="en-US"/>
        </a:p>
      </dgm:t>
    </dgm:pt>
    <dgm:pt modelId="{10DD5A10-8222-4A41-8D1B-4228D7A5B52B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Material Flow &amp; Inventory Optimization</a:t>
          </a:r>
          <a:endParaRPr lang="en-US">
            <a:latin typeface="Calibri"/>
          </a:endParaRPr>
        </a:p>
      </dgm:t>
    </dgm:pt>
    <dgm:pt modelId="{601F6B00-07D1-4C8F-AB28-80F79976ABEC}" type="parTrans" cxnId="{734833A2-5199-4243-AC0B-0FA3624BA7F0}">
      <dgm:prSet/>
      <dgm:spPr/>
    </dgm:pt>
    <dgm:pt modelId="{E4D17D36-5C0F-40DB-A2F4-1FACC25A99F7}" type="sibTrans" cxnId="{734833A2-5199-4243-AC0B-0FA3624BA7F0}">
      <dgm:prSet/>
      <dgm:spPr/>
      <dgm:t>
        <a:bodyPr/>
        <a:lstStyle/>
        <a:p>
          <a:endParaRPr lang="en-US"/>
        </a:p>
      </dgm:t>
    </dgm:pt>
    <dgm:pt modelId="{4C9FAE84-BF08-4640-AA59-0007B2A93B73}">
      <dgm:prSet phldrT="[Text]" phldr="0"/>
      <dgm:spPr/>
      <dgm:t>
        <a:bodyPr/>
        <a:lstStyle/>
        <a:p>
          <a:pPr rtl="0"/>
          <a:r>
            <a:rPr lang="en-US" b="1">
              <a:latin typeface="Calibri"/>
            </a:rPr>
            <a:t>Automated Diagnostics &amp; Root-Cause Analysis (RCA)</a:t>
          </a:r>
          <a:endParaRPr lang="en-US">
            <a:latin typeface="Calibri"/>
          </a:endParaRPr>
        </a:p>
      </dgm:t>
    </dgm:pt>
    <dgm:pt modelId="{40E0CC9B-91D0-43C8-8DC7-B691771180D1}" type="parTrans" cxnId="{F299D2D7-0000-4EB6-81C0-6F2E1A992B25}">
      <dgm:prSet/>
      <dgm:spPr/>
    </dgm:pt>
    <dgm:pt modelId="{432C475D-8A05-41E3-A936-FA1C5E2ED75E}" type="sibTrans" cxnId="{F299D2D7-0000-4EB6-81C0-6F2E1A992B25}">
      <dgm:prSet/>
      <dgm:spPr/>
      <dgm:t>
        <a:bodyPr/>
        <a:lstStyle/>
        <a:p>
          <a:endParaRPr lang="en-US"/>
        </a:p>
      </dgm:t>
    </dgm:pt>
    <dgm:pt modelId="{337D814B-7705-4F87-8677-5DE999EEEF31}">
      <dgm:prSet phldrT="[Text]" phldr="0"/>
      <dgm:spPr/>
      <dgm:t>
        <a:bodyPr/>
        <a:lstStyle/>
        <a:p>
          <a:pPr rtl="0"/>
          <a:r>
            <a:rPr lang="en-US" b="0"/>
            <a:t>Breaks down historical data silos by integrating MES, SCADA, ERP, and QMS platforms into a single, cohesive digital twin. </a:t>
          </a:r>
          <a:endParaRPr lang="en-US" b="1">
            <a:latin typeface="Calibri"/>
          </a:endParaRPr>
        </a:p>
      </dgm:t>
    </dgm:pt>
    <dgm:pt modelId="{4292A5E7-0139-4B55-AD07-CA551187C7BF}" type="parTrans" cxnId="{44BC6AFE-D576-457F-8F7B-8C8A8C07C745}">
      <dgm:prSet/>
      <dgm:spPr/>
    </dgm:pt>
    <dgm:pt modelId="{9EF83A83-DB59-49A6-BF50-0590F71827B5}" type="sibTrans" cxnId="{44BC6AFE-D576-457F-8F7B-8C8A8C07C745}">
      <dgm:prSet/>
      <dgm:spPr/>
      <dgm:t>
        <a:bodyPr/>
        <a:lstStyle/>
        <a:p>
          <a:endParaRPr lang="en-US"/>
        </a:p>
      </dgm:t>
    </dgm:pt>
    <dgm:pt modelId="{B4143178-3054-4C1A-A19E-202A89CBC3A3}">
      <dgm:prSet phldrT="[Text]" phldr="0"/>
      <dgm:spPr/>
      <dgm:t>
        <a:bodyPr/>
        <a:lstStyle/>
        <a:p>
          <a:r>
            <a:rPr lang="en-US" b="0"/>
            <a:t>Continuously ingests live shopfloor signals via GCP Pub/Sub and Dataflow to maintain an up-to-date station topology model. </a:t>
          </a:r>
          <a:endParaRPr lang="en-US"/>
        </a:p>
      </dgm:t>
    </dgm:pt>
    <dgm:pt modelId="{AD92C1D9-6178-47F8-9740-F28F45111F1C}" type="parTrans" cxnId="{8A34786E-18A6-4A65-AB15-27F4160E2816}">
      <dgm:prSet/>
      <dgm:spPr/>
    </dgm:pt>
    <dgm:pt modelId="{AE1A020F-F7C9-42E5-9555-136B3ADD9877}" type="sibTrans" cxnId="{8A34786E-18A6-4A65-AB15-27F4160E2816}">
      <dgm:prSet/>
      <dgm:spPr/>
      <dgm:t>
        <a:bodyPr/>
        <a:lstStyle/>
        <a:p>
          <a:endParaRPr lang="en-US"/>
        </a:p>
      </dgm:t>
    </dgm:pt>
    <dgm:pt modelId="{97CDFB03-A55B-47A2-BA13-69EFDB10D775}">
      <dgm:prSet phldrT="[Text]" phldr="0"/>
      <dgm:spPr/>
      <dgm:t>
        <a:bodyPr/>
        <a:lstStyle/>
        <a:p>
          <a:pPr rtl="0"/>
          <a:r>
            <a:rPr lang="en-US" b="0"/>
            <a:t>Predicts line congestion and WIP buildup before cycle times exceed takt targets, moving beyond late time-series forecasting. </a:t>
          </a:r>
          <a:endParaRPr lang="en-US" b="1">
            <a:latin typeface="Calibri"/>
          </a:endParaRPr>
        </a:p>
      </dgm:t>
    </dgm:pt>
    <dgm:pt modelId="{11F1A79B-6236-45BF-9869-EADB84641EE2}" type="parTrans" cxnId="{DD6FDFAD-D44C-4F56-BDF3-FB9A7330C35D}">
      <dgm:prSet/>
      <dgm:spPr/>
    </dgm:pt>
    <dgm:pt modelId="{86B0584D-C614-4231-91CD-7243A3828D69}" type="sibTrans" cxnId="{DD6FDFAD-D44C-4F56-BDF3-FB9A7330C35D}">
      <dgm:prSet/>
      <dgm:spPr/>
      <dgm:t>
        <a:bodyPr/>
        <a:lstStyle/>
        <a:p>
          <a:endParaRPr lang="en-US"/>
        </a:p>
      </dgm:t>
    </dgm:pt>
    <dgm:pt modelId="{92BDBBD2-29EE-4BE8-8CD2-2D10CB9F6432}">
      <dgm:prSet phldrT="[Text]" phldr="0"/>
      <dgm:spPr/>
      <dgm:t>
        <a:bodyPr/>
        <a:lstStyle/>
        <a:p>
          <a:r>
            <a:rPr lang="en-US" b="0"/>
            <a:t>Gives production planners critical lead time to clear bottlenecks and prevent downstream delays, scrap, or line stoppages.</a:t>
          </a:r>
          <a:endParaRPr lang="en-US"/>
        </a:p>
      </dgm:t>
    </dgm:pt>
    <dgm:pt modelId="{6F7F6D22-4BEE-41BF-86C4-969C32C30E68}" type="parTrans" cxnId="{79900F5A-D107-47A6-8E3B-B44CF59C39F3}">
      <dgm:prSet/>
      <dgm:spPr/>
    </dgm:pt>
    <dgm:pt modelId="{F8901154-676B-4784-8D19-56602B4AA2A3}" type="sibTrans" cxnId="{79900F5A-D107-47A6-8E3B-B44CF59C39F3}">
      <dgm:prSet/>
      <dgm:spPr/>
      <dgm:t>
        <a:bodyPr/>
        <a:lstStyle/>
        <a:p>
          <a:endParaRPr lang="en-US"/>
        </a:p>
      </dgm:t>
    </dgm:pt>
    <dgm:pt modelId="{68EB1A42-853E-4D53-9678-99285888C5C2}">
      <dgm:prSet phldrT="[Text]" phldr="0"/>
      <dgm:spPr/>
      <dgm:t>
        <a:bodyPr/>
        <a:lstStyle/>
        <a:p>
          <a:pPr rtl="0"/>
          <a:r>
            <a:rPr lang="en-US" b="0"/>
            <a:t>Eliminates quality escapes usually caught only at final inspection by analyzing live machine and process parameters. </a:t>
          </a:r>
          <a:endParaRPr lang="en-US" b="1">
            <a:latin typeface="Calibri"/>
          </a:endParaRPr>
        </a:p>
      </dgm:t>
    </dgm:pt>
    <dgm:pt modelId="{81F2012C-A3DF-4023-BB3E-96821E62454B}" type="parTrans" cxnId="{F79C3D46-633E-4A57-8A66-6CCB4BF8B097}">
      <dgm:prSet/>
      <dgm:spPr/>
    </dgm:pt>
    <dgm:pt modelId="{07EB14DF-E392-49CC-A615-CEA2E4739C5A}" type="sibTrans" cxnId="{F79C3D46-633E-4A57-8A66-6CCB4BF8B097}">
      <dgm:prSet/>
      <dgm:spPr/>
      <dgm:t>
        <a:bodyPr/>
        <a:lstStyle/>
        <a:p>
          <a:endParaRPr lang="en-US"/>
        </a:p>
      </dgm:t>
    </dgm:pt>
    <dgm:pt modelId="{2D9BFB93-5487-4460-91CB-1B90452D1859}">
      <dgm:prSet phldrT="[Text]" phldr="0"/>
      <dgm:spPr/>
      <dgm:t>
        <a:bodyPr/>
        <a:lstStyle/>
        <a:p>
          <a:r>
            <a:rPr lang="en-US" b="0"/>
            <a:t>Flags high-risk vehicles and anomalies early to prevent defects from cascading downstream and reducing rework rates.</a:t>
          </a:r>
          <a:endParaRPr lang="en-US"/>
        </a:p>
      </dgm:t>
    </dgm:pt>
    <dgm:pt modelId="{AFDE1CA5-5936-4485-8D5A-387E8940D5C1}" type="parTrans" cxnId="{1C94CECF-3A61-4FC5-90DC-6FE4C1A2A5E2}">
      <dgm:prSet/>
      <dgm:spPr/>
    </dgm:pt>
    <dgm:pt modelId="{F65946CC-3C59-4EEE-8ECE-92748FAEB05C}" type="sibTrans" cxnId="{1C94CECF-3A61-4FC5-90DC-6FE4C1A2A5E2}">
      <dgm:prSet/>
      <dgm:spPr/>
      <dgm:t>
        <a:bodyPr/>
        <a:lstStyle/>
        <a:p>
          <a:endParaRPr lang="en-US"/>
        </a:p>
      </dgm:t>
    </dgm:pt>
    <dgm:pt modelId="{A919798A-EBD1-4677-AA05-424DDD6BAB63}">
      <dgm:prSet phldrT="[Text]" phldr="0"/>
      <dgm:spPr/>
      <dgm:t>
        <a:bodyPr/>
        <a:lstStyle/>
        <a:p>
          <a:pPr rtl="0"/>
          <a:r>
            <a:rPr lang="en-US" b="0"/>
            <a:t>Cross-references live component consumption against inventory levels and supplier schedules to anticipate material shortages. </a:t>
          </a:r>
          <a:endParaRPr lang="en-US" b="1">
            <a:latin typeface="Calibri"/>
          </a:endParaRPr>
        </a:p>
      </dgm:t>
    </dgm:pt>
    <dgm:pt modelId="{8D3F3E96-E1C8-48C0-A2CF-4D5F954FFC3E}" type="parTrans" cxnId="{438B855B-DF51-470F-8A96-4B87A4B00F91}">
      <dgm:prSet/>
      <dgm:spPr/>
    </dgm:pt>
    <dgm:pt modelId="{4C04E187-897F-4629-A631-C3608E9CE724}" type="sibTrans" cxnId="{438B855B-DF51-470F-8A96-4B87A4B00F91}">
      <dgm:prSet/>
      <dgm:spPr/>
      <dgm:t>
        <a:bodyPr/>
        <a:lstStyle/>
        <a:p>
          <a:endParaRPr lang="en-US"/>
        </a:p>
      </dgm:t>
    </dgm:pt>
    <dgm:pt modelId="{DC82DFFE-1C11-421A-B891-5D1CC8687FEF}">
      <dgm:prSet phldrT="[Text]" phldr="0"/>
      <dgm:spPr/>
      <dgm:t>
        <a:bodyPr/>
        <a:lstStyle/>
        <a:p>
          <a:r>
            <a:rPr lang="en-US" b="0"/>
            <a:t>Optimizes stock levels to prevent production halts while minimizing excess inventory carrying costs.</a:t>
          </a:r>
          <a:endParaRPr lang="en-US"/>
        </a:p>
      </dgm:t>
    </dgm:pt>
    <dgm:pt modelId="{800B8B88-53C7-4B8C-913A-1F58B5B3AD8E}" type="parTrans" cxnId="{B02C7F48-8B97-44A3-BE89-2D30FFDDDBB7}">
      <dgm:prSet/>
      <dgm:spPr/>
    </dgm:pt>
    <dgm:pt modelId="{A436A0A8-DE63-4783-99F0-3E9446974EAF}" type="sibTrans" cxnId="{B02C7F48-8B97-44A3-BE89-2D30FFDDDBB7}">
      <dgm:prSet/>
      <dgm:spPr/>
      <dgm:t>
        <a:bodyPr/>
        <a:lstStyle/>
        <a:p>
          <a:endParaRPr lang="en-US"/>
        </a:p>
      </dgm:t>
    </dgm:pt>
    <dgm:pt modelId="{9998AE9A-5E74-4F33-B4AC-0B99A95BC921}">
      <dgm:prSet phldrT="[Text]" phldr="0"/>
      <dgm:spPr/>
      <dgm:t>
        <a:bodyPr/>
        <a:lstStyle/>
        <a:p>
          <a:pPr rtl="0"/>
          <a:r>
            <a:rPr lang="en-US"/>
            <a:t>Replaces slow manual investigations with automated correlation engines that link process, machine, maintenance, quality, and material data. </a:t>
          </a:r>
          <a:endParaRPr lang="en-US">
            <a:latin typeface="Calibri"/>
          </a:endParaRPr>
        </a:p>
      </dgm:t>
    </dgm:pt>
    <dgm:pt modelId="{F3280639-FD47-4CC3-A837-901969FA75E3}" type="parTrans" cxnId="{757CC763-A046-4D2A-9FDF-2780CD6542D6}">
      <dgm:prSet/>
      <dgm:spPr/>
    </dgm:pt>
    <dgm:pt modelId="{B205885F-5C78-446A-BB11-94CAB93F24C1}" type="sibTrans" cxnId="{757CC763-A046-4D2A-9FDF-2780CD6542D6}">
      <dgm:prSet/>
      <dgm:spPr/>
      <dgm:t>
        <a:bodyPr/>
        <a:lstStyle/>
        <a:p>
          <a:endParaRPr lang="en-US"/>
        </a:p>
      </dgm:t>
    </dgm:pt>
    <dgm:pt modelId="{6DB263CD-D973-4CD7-B008-FF32064A06BA}">
      <dgm:prSet phldrT="[Text]" phldr="0"/>
      <dgm:spPr/>
      <dgm:t>
        <a:bodyPr/>
        <a:lstStyle/>
        <a:p>
          <a:r>
            <a:rPr lang="en-US"/>
            <a:t>Generates ranked, explained contributing factors and actionable recommendations to help teams resolve operational risks swiftly. </a:t>
          </a:r>
        </a:p>
      </dgm:t>
    </dgm:pt>
    <dgm:pt modelId="{97FC3762-4EE7-43A4-A296-2DFCCD504E4F}" type="parTrans" cxnId="{BAF13E3D-49C1-450F-AD5B-214EEA80F27B}">
      <dgm:prSet/>
      <dgm:spPr/>
    </dgm:pt>
    <dgm:pt modelId="{01E49226-5874-4B6D-804B-DBA56F279CD2}" type="sibTrans" cxnId="{BAF13E3D-49C1-450F-AD5B-214EEA80F27B}">
      <dgm:prSet/>
      <dgm:spPr/>
      <dgm:t>
        <a:bodyPr/>
        <a:lstStyle/>
        <a:p>
          <a:endParaRPr lang="en-US"/>
        </a:p>
      </dgm:t>
    </dgm:pt>
    <dgm:pt modelId="{16D1872E-5849-4C4D-8438-BDA0CB593BCB}" type="pres">
      <dgm:prSet presAssocID="{932CB064-3BBB-4554-B584-BB7488F7795D}" presName="Name0" presStyleCnt="0">
        <dgm:presLayoutVars>
          <dgm:dir/>
          <dgm:animLvl val="lvl"/>
          <dgm:resizeHandles val="exact"/>
        </dgm:presLayoutVars>
      </dgm:prSet>
      <dgm:spPr/>
    </dgm:pt>
    <dgm:pt modelId="{C74EEB55-F9B9-4352-848A-A1BA0E81EDCE}" type="pres">
      <dgm:prSet presAssocID="{E4519138-5CE9-4663-B6C1-304C7A1B2639}" presName="composite" presStyleCnt="0"/>
      <dgm:spPr/>
    </dgm:pt>
    <dgm:pt modelId="{534DEA4E-6D6B-4FA8-B808-13C4A49BE337}" type="pres">
      <dgm:prSet presAssocID="{E4519138-5CE9-4663-B6C1-304C7A1B2639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9675FB6C-1A3D-43B3-AFFE-A742C19B5ABD}" type="pres">
      <dgm:prSet presAssocID="{E4519138-5CE9-4663-B6C1-304C7A1B2639}" presName="desTx" presStyleLbl="alignAccFollowNode1" presStyleIdx="0" presStyleCnt="5">
        <dgm:presLayoutVars>
          <dgm:bulletEnabled val="1"/>
        </dgm:presLayoutVars>
      </dgm:prSet>
      <dgm:spPr/>
    </dgm:pt>
    <dgm:pt modelId="{B5D817E8-561B-4E29-995B-4C29530B4F26}" type="pres">
      <dgm:prSet presAssocID="{A0D054D0-BB6B-4A65-8C61-F07DD827EF23}" presName="space" presStyleCnt="0"/>
      <dgm:spPr/>
    </dgm:pt>
    <dgm:pt modelId="{80F62B24-904C-4B0C-B011-CD1B49A1B247}" type="pres">
      <dgm:prSet presAssocID="{A70E53E8-8875-439B-8C32-81AC2F63DA3E}" presName="composite" presStyleCnt="0"/>
      <dgm:spPr/>
    </dgm:pt>
    <dgm:pt modelId="{8CAC6DA0-819A-405A-BF7A-A5F1D9AFDBA8}" type="pres">
      <dgm:prSet presAssocID="{A70E53E8-8875-439B-8C32-81AC2F63DA3E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C33B6B21-EB5E-41E1-BF03-4598201B7F80}" type="pres">
      <dgm:prSet presAssocID="{A70E53E8-8875-439B-8C32-81AC2F63DA3E}" presName="desTx" presStyleLbl="alignAccFollowNode1" presStyleIdx="1" presStyleCnt="5">
        <dgm:presLayoutVars>
          <dgm:bulletEnabled val="1"/>
        </dgm:presLayoutVars>
      </dgm:prSet>
      <dgm:spPr/>
    </dgm:pt>
    <dgm:pt modelId="{8A6ED3F2-DAAC-411D-BA7D-836B7C8B7FA4}" type="pres">
      <dgm:prSet presAssocID="{44F1585C-19EE-4B7F-AE26-3353C412FD86}" presName="space" presStyleCnt="0"/>
      <dgm:spPr/>
    </dgm:pt>
    <dgm:pt modelId="{5522649F-6354-48A4-BBE7-5780C1DED916}" type="pres">
      <dgm:prSet presAssocID="{DE1484F9-8B28-4044-B832-1CFBDCFB871E}" presName="composite" presStyleCnt="0"/>
      <dgm:spPr/>
    </dgm:pt>
    <dgm:pt modelId="{B09D7789-6EE3-4CEF-9ACD-CEDF91D5FB0C}" type="pres">
      <dgm:prSet presAssocID="{DE1484F9-8B28-4044-B832-1CFBDCFB871E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F75DCADE-2027-4572-9156-829A083281E9}" type="pres">
      <dgm:prSet presAssocID="{DE1484F9-8B28-4044-B832-1CFBDCFB871E}" presName="desTx" presStyleLbl="alignAccFollowNode1" presStyleIdx="2" presStyleCnt="5">
        <dgm:presLayoutVars>
          <dgm:bulletEnabled val="1"/>
        </dgm:presLayoutVars>
      </dgm:prSet>
      <dgm:spPr/>
    </dgm:pt>
    <dgm:pt modelId="{7891019A-7742-4968-BFCF-E2DA4BDBAF4F}" type="pres">
      <dgm:prSet presAssocID="{B6860F26-51BE-424B-859A-090AC678EE53}" presName="space" presStyleCnt="0"/>
      <dgm:spPr/>
    </dgm:pt>
    <dgm:pt modelId="{94AD72EB-CFC1-4B07-A1D8-887961B584C5}" type="pres">
      <dgm:prSet presAssocID="{10DD5A10-8222-4A41-8D1B-4228D7A5B52B}" presName="composite" presStyleCnt="0"/>
      <dgm:spPr/>
    </dgm:pt>
    <dgm:pt modelId="{D8AA0837-7B7E-42C0-B9E4-58465C45A10B}" type="pres">
      <dgm:prSet presAssocID="{10DD5A10-8222-4A41-8D1B-4228D7A5B52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1C9CAE97-229C-4EF0-B7FA-62C5975DDF0E}" type="pres">
      <dgm:prSet presAssocID="{10DD5A10-8222-4A41-8D1B-4228D7A5B52B}" presName="desTx" presStyleLbl="alignAccFollowNode1" presStyleIdx="3" presStyleCnt="5">
        <dgm:presLayoutVars>
          <dgm:bulletEnabled val="1"/>
        </dgm:presLayoutVars>
      </dgm:prSet>
      <dgm:spPr/>
    </dgm:pt>
    <dgm:pt modelId="{BA59AE61-D51A-4ABB-8D12-F728A82A7150}" type="pres">
      <dgm:prSet presAssocID="{E4D17D36-5C0F-40DB-A2F4-1FACC25A99F7}" presName="space" presStyleCnt="0"/>
      <dgm:spPr/>
    </dgm:pt>
    <dgm:pt modelId="{F467ECED-E67C-495A-891E-EA510AD622DB}" type="pres">
      <dgm:prSet presAssocID="{4C9FAE84-BF08-4640-AA59-0007B2A93B73}" presName="composite" presStyleCnt="0"/>
      <dgm:spPr/>
    </dgm:pt>
    <dgm:pt modelId="{A4909825-3ABF-4F33-8EA9-C5E12A9460C9}" type="pres">
      <dgm:prSet presAssocID="{4C9FAE84-BF08-4640-AA59-0007B2A93B73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8C659C9E-1AD0-491C-AFB9-66477BC665A0}" type="pres">
      <dgm:prSet presAssocID="{4C9FAE84-BF08-4640-AA59-0007B2A93B73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CDC50F0A-8044-4FD9-AD3F-B3894C9E53E9}" srcId="{932CB064-3BBB-4554-B584-BB7488F7795D}" destId="{A70E53E8-8875-439B-8C32-81AC2F63DA3E}" srcOrd="1" destOrd="0" parTransId="{B7115109-1BB3-404E-85E9-736F45E7E052}" sibTransId="{44F1585C-19EE-4B7F-AE26-3353C412FD86}"/>
    <dgm:cxn modelId="{5EC0F50A-925D-4ABF-8AFF-7B4E2105F705}" type="presOf" srcId="{2D9BFB93-5487-4460-91CB-1B90452D1859}" destId="{F75DCADE-2027-4572-9156-829A083281E9}" srcOrd="0" destOrd="1" presId="urn:microsoft.com/office/officeart/2005/8/layout/hList1"/>
    <dgm:cxn modelId="{A304890E-E48E-4CE5-89F9-76ACBCCE5217}" type="presOf" srcId="{4C9FAE84-BF08-4640-AA59-0007B2A93B73}" destId="{A4909825-3ABF-4F33-8EA9-C5E12A9460C9}" srcOrd="0" destOrd="0" presId="urn:microsoft.com/office/officeart/2005/8/layout/hList1"/>
    <dgm:cxn modelId="{997B8119-E7DD-4EB0-B163-9BF122E3EEFA}" type="presOf" srcId="{6DB263CD-D973-4CD7-B008-FF32064A06BA}" destId="{8C659C9E-1AD0-491C-AFB9-66477BC665A0}" srcOrd="0" destOrd="1" presId="urn:microsoft.com/office/officeart/2005/8/layout/hList1"/>
    <dgm:cxn modelId="{38E0D619-9A66-4B09-9775-27712185AAC4}" type="presOf" srcId="{9998AE9A-5E74-4F33-B4AC-0B99A95BC921}" destId="{8C659C9E-1AD0-491C-AFB9-66477BC665A0}" srcOrd="0" destOrd="0" presId="urn:microsoft.com/office/officeart/2005/8/layout/hList1"/>
    <dgm:cxn modelId="{FF07401A-74C6-42D9-A1F7-F50A4E3EE59B}" type="presOf" srcId="{10DD5A10-8222-4A41-8D1B-4228D7A5B52B}" destId="{D8AA0837-7B7E-42C0-B9E4-58465C45A10B}" srcOrd="0" destOrd="0" presId="urn:microsoft.com/office/officeart/2005/8/layout/hList1"/>
    <dgm:cxn modelId="{466B401B-C321-4CDF-B7CF-399936338952}" srcId="{932CB064-3BBB-4554-B584-BB7488F7795D}" destId="{E4519138-5CE9-4663-B6C1-304C7A1B2639}" srcOrd="0" destOrd="0" parTransId="{7661C9F0-A764-4712-8C8E-C374E38AFEBF}" sibTransId="{A0D054D0-BB6B-4A65-8C61-F07DD827EF23}"/>
    <dgm:cxn modelId="{BAF13E3D-49C1-450F-AD5B-214EEA80F27B}" srcId="{4C9FAE84-BF08-4640-AA59-0007B2A93B73}" destId="{6DB263CD-D973-4CD7-B008-FF32064A06BA}" srcOrd="1" destOrd="0" parTransId="{97FC3762-4EE7-43A4-A296-2DFCCD504E4F}" sibTransId="{01E49226-5874-4B6D-804B-DBA56F279CD2}"/>
    <dgm:cxn modelId="{438B855B-DF51-470F-8A96-4B87A4B00F91}" srcId="{10DD5A10-8222-4A41-8D1B-4228D7A5B52B}" destId="{A919798A-EBD1-4677-AA05-424DDD6BAB63}" srcOrd="0" destOrd="0" parTransId="{8D3F3E96-E1C8-48C0-A2CF-4D5F954FFC3E}" sibTransId="{4C04E187-897F-4629-A631-C3608E9CE724}"/>
    <dgm:cxn modelId="{EEFDE65B-A65C-4D7D-8A02-CA215FEB5ECA}" type="presOf" srcId="{A70E53E8-8875-439B-8C32-81AC2F63DA3E}" destId="{8CAC6DA0-819A-405A-BF7A-A5F1D9AFDBA8}" srcOrd="0" destOrd="0" presId="urn:microsoft.com/office/officeart/2005/8/layout/hList1"/>
    <dgm:cxn modelId="{703F4D42-89FE-4491-B07B-944F72DAF72A}" type="presOf" srcId="{B4143178-3054-4C1A-A19E-202A89CBC3A3}" destId="{9675FB6C-1A3D-43B3-AFFE-A742C19B5ABD}" srcOrd="0" destOrd="1" presId="urn:microsoft.com/office/officeart/2005/8/layout/hList1"/>
    <dgm:cxn modelId="{757CC763-A046-4D2A-9FDF-2780CD6542D6}" srcId="{4C9FAE84-BF08-4640-AA59-0007B2A93B73}" destId="{9998AE9A-5E74-4F33-B4AC-0B99A95BC921}" srcOrd="0" destOrd="0" parTransId="{F3280639-FD47-4CC3-A837-901969FA75E3}" sibTransId="{B205885F-5C78-446A-BB11-94CAB93F24C1}"/>
    <dgm:cxn modelId="{1BEE4644-09B4-412E-9B2C-57456A53783C}" type="presOf" srcId="{A919798A-EBD1-4677-AA05-424DDD6BAB63}" destId="{1C9CAE97-229C-4EF0-B7FA-62C5975DDF0E}" srcOrd="0" destOrd="0" presId="urn:microsoft.com/office/officeart/2005/8/layout/hList1"/>
    <dgm:cxn modelId="{F79C3D46-633E-4A57-8A66-6CCB4BF8B097}" srcId="{DE1484F9-8B28-4044-B832-1CFBDCFB871E}" destId="{68EB1A42-853E-4D53-9678-99285888C5C2}" srcOrd="0" destOrd="0" parTransId="{81F2012C-A3DF-4023-BB3E-96821E62454B}" sibTransId="{07EB14DF-E392-49CC-A615-CEA2E4739C5A}"/>
    <dgm:cxn modelId="{B02C7F48-8B97-44A3-BE89-2D30FFDDDBB7}" srcId="{10DD5A10-8222-4A41-8D1B-4228D7A5B52B}" destId="{DC82DFFE-1C11-421A-B891-5D1CC8687FEF}" srcOrd="1" destOrd="0" parTransId="{800B8B88-53C7-4B8C-913A-1F58B5B3AD8E}" sibTransId="{A436A0A8-DE63-4783-99F0-3E9446974EAF}"/>
    <dgm:cxn modelId="{FD78D769-6B0E-4E25-815B-E6CFE0F57043}" type="presOf" srcId="{932CB064-3BBB-4554-B584-BB7488F7795D}" destId="{16D1872E-5849-4C4D-8438-BDA0CB593BCB}" srcOrd="0" destOrd="0" presId="urn:microsoft.com/office/officeart/2005/8/layout/hList1"/>
    <dgm:cxn modelId="{8A34786E-18A6-4A65-AB15-27F4160E2816}" srcId="{E4519138-5CE9-4663-B6C1-304C7A1B2639}" destId="{B4143178-3054-4C1A-A19E-202A89CBC3A3}" srcOrd="1" destOrd="0" parTransId="{AD92C1D9-6178-47F8-9740-F28F45111F1C}" sibTransId="{AE1A020F-F7C9-42E5-9555-136B3ADD9877}"/>
    <dgm:cxn modelId="{79900F5A-D107-47A6-8E3B-B44CF59C39F3}" srcId="{A70E53E8-8875-439B-8C32-81AC2F63DA3E}" destId="{92BDBBD2-29EE-4BE8-8CD2-2D10CB9F6432}" srcOrd="1" destOrd="0" parTransId="{6F7F6D22-4BEE-41BF-86C4-969C32C30E68}" sibTransId="{F8901154-676B-4784-8D19-56602B4AA2A3}"/>
    <dgm:cxn modelId="{013AFC7D-D25A-4A15-8F79-3B668BD308B3}" type="presOf" srcId="{DC82DFFE-1C11-421A-B891-5D1CC8687FEF}" destId="{1C9CAE97-229C-4EF0-B7FA-62C5975DDF0E}" srcOrd="0" destOrd="1" presId="urn:microsoft.com/office/officeart/2005/8/layout/hList1"/>
    <dgm:cxn modelId="{70DC0A95-5C36-450B-A99B-05B953C6EE3D}" type="presOf" srcId="{E4519138-5CE9-4663-B6C1-304C7A1B2639}" destId="{534DEA4E-6D6B-4FA8-B808-13C4A49BE337}" srcOrd="0" destOrd="0" presId="urn:microsoft.com/office/officeart/2005/8/layout/hList1"/>
    <dgm:cxn modelId="{DBEEC59E-AC4D-4391-BD23-B79FC2936249}" type="presOf" srcId="{92BDBBD2-29EE-4BE8-8CD2-2D10CB9F6432}" destId="{C33B6B21-EB5E-41E1-BF03-4598201B7F80}" srcOrd="0" destOrd="1" presId="urn:microsoft.com/office/officeart/2005/8/layout/hList1"/>
    <dgm:cxn modelId="{734833A2-5199-4243-AC0B-0FA3624BA7F0}" srcId="{932CB064-3BBB-4554-B584-BB7488F7795D}" destId="{10DD5A10-8222-4A41-8D1B-4228D7A5B52B}" srcOrd="3" destOrd="0" parTransId="{601F6B00-07D1-4C8F-AB28-80F79976ABEC}" sibTransId="{E4D17D36-5C0F-40DB-A2F4-1FACC25A99F7}"/>
    <dgm:cxn modelId="{DD6FDFAD-D44C-4F56-BDF3-FB9A7330C35D}" srcId="{A70E53E8-8875-439B-8C32-81AC2F63DA3E}" destId="{97CDFB03-A55B-47A2-BA13-69EFDB10D775}" srcOrd="0" destOrd="0" parTransId="{11F1A79B-6236-45BF-9869-EADB84641EE2}" sibTransId="{86B0584D-C614-4231-91CD-7243A3828D69}"/>
    <dgm:cxn modelId="{6C3A62B0-5728-43E2-BEED-8A7FB6B61610}" type="presOf" srcId="{97CDFB03-A55B-47A2-BA13-69EFDB10D775}" destId="{C33B6B21-EB5E-41E1-BF03-4598201B7F80}" srcOrd="0" destOrd="0" presId="urn:microsoft.com/office/officeart/2005/8/layout/hList1"/>
    <dgm:cxn modelId="{7FD406BB-055B-49A0-9DB7-64A014D62BB1}" type="presOf" srcId="{DE1484F9-8B28-4044-B832-1CFBDCFB871E}" destId="{B09D7789-6EE3-4CEF-9ACD-CEDF91D5FB0C}" srcOrd="0" destOrd="0" presId="urn:microsoft.com/office/officeart/2005/8/layout/hList1"/>
    <dgm:cxn modelId="{1C94CECF-3A61-4FC5-90DC-6FE4C1A2A5E2}" srcId="{DE1484F9-8B28-4044-B832-1CFBDCFB871E}" destId="{2D9BFB93-5487-4460-91CB-1B90452D1859}" srcOrd="1" destOrd="0" parTransId="{AFDE1CA5-5936-4485-8D5A-387E8940D5C1}" sibTransId="{F65946CC-3C59-4EEE-8ECE-92748FAEB05C}"/>
    <dgm:cxn modelId="{F299D2D7-0000-4EB6-81C0-6F2E1A992B25}" srcId="{932CB064-3BBB-4554-B584-BB7488F7795D}" destId="{4C9FAE84-BF08-4640-AA59-0007B2A93B73}" srcOrd="4" destOrd="0" parTransId="{40E0CC9B-91D0-43C8-8DC7-B691771180D1}" sibTransId="{432C475D-8A05-41E3-A936-FA1C5E2ED75E}"/>
    <dgm:cxn modelId="{396D4BDB-0E53-419A-941B-428490911842}" type="presOf" srcId="{68EB1A42-853E-4D53-9678-99285888C5C2}" destId="{F75DCADE-2027-4572-9156-829A083281E9}" srcOrd="0" destOrd="0" presId="urn:microsoft.com/office/officeart/2005/8/layout/hList1"/>
    <dgm:cxn modelId="{1D0AD5DE-0207-42F3-BD14-A1A052FC0BA0}" type="presOf" srcId="{337D814B-7705-4F87-8677-5DE999EEEF31}" destId="{9675FB6C-1A3D-43B3-AFFE-A742C19B5ABD}" srcOrd="0" destOrd="0" presId="urn:microsoft.com/office/officeart/2005/8/layout/hList1"/>
    <dgm:cxn modelId="{A7B6CCE6-A7AB-477A-88B3-738F0933E86A}" srcId="{932CB064-3BBB-4554-B584-BB7488F7795D}" destId="{DE1484F9-8B28-4044-B832-1CFBDCFB871E}" srcOrd="2" destOrd="0" parTransId="{FD888094-C95D-48FD-88A6-25540805FC01}" sibTransId="{B6860F26-51BE-424B-859A-090AC678EE53}"/>
    <dgm:cxn modelId="{44BC6AFE-D576-457F-8F7B-8C8A8C07C745}" srcId="{E4519138-5CE9-4663-B6C1-304C7A1B2639}" destId="{337D814B-7705-4F87-8677-5DE999EEEF31}" srcOrd="0" destOrd="0" parTransId="{4292A5E7-0139-4B55-AD07-CA551187C7BF}" sibTransId="{9EF83A83-DB59-49A6-BF50-0590F71827B5}"/>
    <dgm:cxn modelId="{DCCE6999-96D3-4863-B0D8-957194B7EFDF}" type="presParOf" srcId="{16D1872E-5849-4C4D-8438-BDA0CB593BCB}" destId="{C74EEB55-F9B9-4352-848A-A1BA0E81EDCE}" srcOrd="0" destOrd="0" presId="urn:microsoft.com/office/officeart/2005/8/layout/hList1"/>
    <dgm:cxn modelId="{A90B2F9D-04D6-4512-93EF-D353DEECCF39}" type="presParOf" srcId="{C74EEB55-F9B9-4352-848A-A1BA0E81EDCE}" destId="{534DEA4E-6D6B-4FA8-B808-13C4A49BE337}" srcOrd="0" destOrd="0" presId="urn:microsoft.com/office/officeart/2005/8/layout/hList1"/>
    <dgm:cxn modelId="{510D6B55-36C4-4D35-BF28-F18941A321EC}" type="presParOf" srcId="{C74EEB55-F9B9-4352-848A-A1BA0E81EDCE}" destId="{9675FB6C-1A3D-43B3-AFFE-A742C19B5ABD}" srcOrd="1" destOrd="0" presId="urn:microsoft.com/office/officeart/2005/8/layout/hList1"/>
    <dgm:cxn modelId="{C4EB1F6D-6BD2-48A0-91D4-23C473533FA1}" type="presParOf" srcId="{16D1872E-5849-4C4D-8438-BDA0CB593BCB}" destId="{B5D817E8-561B-4E29-995B-4C29530B4F26}" srcOrd="1" destOrd="0" presId="urn:microsoft.com/office/officeart/2005/8/layout/hList1"/>
    <dgm:cxn modelId="{7868F721-4D21-4CAB-8FA1-2F3AC6CBB3F4}" type="presParOf" srcId="{16D1872E-5849-4C4D-8438-BDA0CB593BCB}" destId="{80F62B24-904C-4B0C-B011-CD1B49A1B247}" srcOrd="2" destOrd="0" presId="urn:microsoft.com/office/officeart/2005/8/layout/hList1"/>
    <dgm:cxn modelId="{D6274753-15B5-4DC5-A64B-87B5CE183698}" type="presParOf" srcId="{80F62B24-904C-4B0C-B011-CD1B49A1B247}" destId="{8CAC6DA0-819A-405A-BF7A-A5F1D9AFDBA8}" srcOrd="0" destOrd="0" presId="urn:microsoft.com/office/officeart/2005/8/layout/hList1"/>
    <dgm:cxn modelId="{2FF1EA45-A81E-4ABC-8EA5-59D25A3C3276}" type="presParOf" srcId="{80F62B24-904C-4B0C-B011-CD1B49A1B247}" destId="{C33B6B21-EB5E-41E1-BF03-4598201B7F80}" srcOrd="1" destOrd="0" presId="urn:microsoft.com/office/officeart/2005/8/layout/hList1"/>
    <dgm:cxn modelId="{7CEEE1FF-CB9F-47B9-A834-86CC0E9CEDBB}" type="presParOf" srcId="{16D1872E-5849-4C4D-8438-BDA0CB593BCB}" destId="{8A6ED3F2-DAAC-411D-BA7D-836B7C8B7FA4}" srcOrd="3" destOrd="0" presId="urn:microsoft.com/office/officeart/2005/8/layout/hList1"/>
    <dgm:cxn modelId="{B3B64515-A6C4-4BB0-8105-B8495131EDEB}" type="presParOf" srcId="{16D1872E-5849-4C4D-8438-BDA0CB593BCB}" destId="{5522649F-6354-48A4-BBE7-5780C1DED916}" srcOrd="4" destOrd="0" presId="urn:microsoft.com/office/officeart/2005/8/layout/hList1"/>
    <dgm:cxn modelId="{D53AE1B3-8812-42D8-A11A-21A6356C6A65}" type="presParOf" srcId="{5522649F-6354-48A4-BBE7-5780C1DED916}" destId="{B09D7789-6EE3-4CEF-9ACD-CEDF91D5FB0C}" srcOrd="0" destOrd="0" presId="urn:microsoft.com/office/officeart/2005/8/layout/hList1"/>
    <dgm:cxn modelId="{0717F63D-D177-404B-9D74-D9A7AE6D2230}" type="presParOf" srcId="{5522649F-6354-48A4-BBE7-5780C1DED916}" destId="{F75DCADE-2027-4572-9156-829A083281E9}" srcOrd="1" destOrd="0" presId="urn:microsoft.com/office/officeart/2005/8/layout/hList1"/>
    <dgm:cxn modelId="{0CD4BA80-C4EA-4CA8-9E81-6DEFB280F35E}" type="presParOf" srcId="{16D1872E-5849-4C4D-8438-BDA0CB593BCB}" destId="{7891019A-7742-4968-BFCF-E2DA4BDBAF4F}" srcOrd="5" destOrd="0" presId="urn:microsoft.com/office/officeart/2005/8/layout/hList1"/>
    <dgm:cxn modelId="{AC383E6C-E21E-4C2E-B53E-0134AE97774E}" type="presParOf" srcId="{16D1872E-5849-4C4D-8438-BDA0CB593BCB}" destId="{94AD72EB-CFC1-4B07-A1D8-887961B584C5}" srcOrd="6" destOrd="0" presId="urn:microsoft.com/office/officeart/2005/8/layout/hList1"/>
    <dgm:cxn modelId="{E8CF8C49-AD99-4878-8318-D52DEFCC7396}" type="presParOf" srcId="{94AD72EB-CFC1-4B07-A1D8-887961B584C5}" destId="{D8AA0837-7B7E-42C0-B9E4-58465C45A10B}" srcOrd="0" destOrd="0" presId="urn:microsoft.com/office/officeart/2005/8/layout/hList1"/>
    <dgm:cxn modelId="{DDEBC7E5-EA64-4F3C-BB2E-87F3C5E5ADB6}" type="presParOf" srcId="{94AD72EB-CFC1-4B07-A1D8-887961B584C5}" destId="{1C9CAE97-229C-4EF0-B7FA-62C5975DDF0E}" srcOrd="1" destOrd="0" presId="urn:microsoft.com/office/officeart/2005/8/layout/hList1"/>
    <dgm:cxn modelId="{513BE1F9-3192-420F-BD1E-7A03E52CC67D}" type="presParOf" srcId="{16D1872E-5849-4C4D-8438-BDA0CB593BCB}" destId="{BA59AE61-D51A-4ABB-8D12-F728A82A7150}" srcOrd="7" destOrd="0" presId="urn:microsoft.com/office/officeart/2005/8/layout/hList1"/>
    <dgm:cxn modelId="{59BDC73E-2145-43E1-B1A5-A744C8DBDBFC}" type="presParOf" srcId="{16D1872E-5849-4C4D-8438-BDA0CB593BCB}" destId="{F467ECED-E67C-495A-891E-EA510AD622DB}" srcOrd="8" destOrd="0" presId="urn:microsoft.com/office/officeart/2005/8/layout/hList1"/>
    <dgm:cxn modelId="{F9ABAEE3-4B95-4644-B4C2-1DCA0D16F633}" type="presParOf" srcId="{F467ECED-E67C-495A-891E-EA510AD622DB}" destId="{A4909825-3ABF-4F33-8EA9-C5E12A9460C9}" srcOrd="0" destOrd="0" presId="urn:microsoft.com/office/officeart/2005/8/layout/hList1"/>
    <dgm:cxn modelId="{45516A9C-147E-4BDC-A386-57FD808517B6}" type="presParOf" srcId="{F467ECED-E67C-495A-891E-EA510AD622DB}" destId="{8C659C9E-1AD0-491C-AFB9-66477BC665A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E62417-09B9-4E25-9D0E-8CFE3476027E}">
      <dsp:nvSpPr>
        <dsp:cNvPr id="0" name=""/>
        <dsp:cNvSpPr/>
      </dsp:nvSpPr>
      <dsp:spPr>
        <a:xfrm>
          <a:off x="374531" y="319"/>
          <a:ext cx="2857180" cy="17143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Aptos Display"/>
            </a:rPr>
            <a:t>Bridges the gap between siloed plant systems uniting into a single, real-time shared digital twin. </a:t>
          </a:r>
          <a:endParaRPr lang="en-US" sz="1600" kern="1200" dirty="0">
            <a:latin typeface="Aptos Display"/>
          </a:endParaRPr>
        </a:p>
      </dsp:txBody>
      <dsp:txXfrm>
        <a:off x="374531" y="319"/>
        <a:ext cx="2857180" cy="1714308"/>
      </dsp:txXfrm>
    </dsp:sp>
    <dsp:sp modelId="{8AB8F9AD-5977-4CD5-B94E-DB41B2FFF8D9}">
      <dsp:nvSpPr>
        <dsp:cNvPr id="0" name=""/>
        <dsp:cNvSpPr/>
      </dsp:nvSpPr>
      <dsp:spPr>
        <a:xfrm>
          <a:off x="3517430" y="319"/>
          <a:ext cx="2857180" cy="1714308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/>
            </a:rPr>
            <a:t>Transitions manufacturing operations from reactive firefighting to proactive prevention </a:t>
          </a:r>
        </a:p>
      </dsp:txBody>
      <dsp:txXfrm>
        <a:off x="3517430" y="319"/>
        <a:ext cx="2857180" cy="1714308"/>
      </dsp:txXfrm>
    </dsp:sp>
    <dsp:sp modelId="{D4D3BF5E-1EB5-4DC1-BC7C-47289CE9DB4D}">
      <dsp:nvSpPr>
        <dsp:cNvPr id="0" name=""/>
        <dsp:cNvSpPr/>
      </dsp:nvSpPr>
      <dsp:spPr>
        <a:xfrm>
          <a:off x="374531" y="2000345"/>
          <a:ext cx="2857180" cy="171430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/>
            </a:rPr>
            <a:t>Eliminates late detection and manual investigations by predicting bottlenecks and WIP buildup</a:t>
          </a:r>
        </a:p>
      </dsp:txBody>
      <dsp:txXfrm>
        <a:off x="374531" y="2000345"/>
        <a:ext cx="2857180" cy="1714308"/>
      </dsp:txXfrm>
    </dsp:sp>
    <dsp:sp modelId="{DCA859E8-615E-458E-8E03-64455166A4BE}">
      <dsp:nvSpPr>
        <dsp:cNvPr id="0" name=""/>
        <dsp:cNvSpPr/>
      </dsp:nvSpPr>
      <dsp:spPr>
        <a:xfrm>
          <a:off x="3517430" y="2000345"/>
          <a:ext cx="2857180" cy="1714308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/>
            </a:rPr>
            <a:t>Prevents quality escapes and costly line stoppages through early defect prediction</a:t>
          </a:r>
        </a:p>
      </dsp:txBody>
      <dsp:txXfrm>
        <a:off x="3517430" y="2000345"/>
        <a:ext cx="2857180" cy="1714308"/>
      </dsp:txXfrm>
    </dsp:sp>
    <dsp:sp modelId="{703AA31B-6EA5-4C7D-B00B-9F509432060E}">
      <dsp:nvSpPr>
        <dsp:cNvPr id="0" name=""/>
        <dsp:cNvSpPr/>
      </dsp:nvSpPr>
      <dsp:spPr>
        <a:xfrm>
          <a:off x="1945980" y="4000372"/>
          <a:ext cx="2857180" cy="171430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/>
            </a:rPr>
            <a:t>Delivers proven economic impact, including a 5-12% increase in line availability, 15-25% lower unplanned downtime, and typical savings of ₹15–30 Crore/year with a 6–12 month payback</a:t>
          </a:r>
        </a:p>
      </dsp:txBody>
      <dsp:txXfrm>
        <a:off x="1945980" y="4000372"/>
        <a:ext cx="2857180" cy="17143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DEA4E-6D6B-4FA8-B808-13C4A49BE337}">
      <dsp:nvSpPr>
        <dsp:cNvPr id="0" name=""/>
        <dsp:cNvSpPr/>
      </dsp:nvSpPr>
      <dsp:spPr>
        <a:xfrm>
          <a:off x="5122" y="233853"/>
          <a:ext cx="1963594" cy="6505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libri"/>
            </a:rPr>
            <a:t>Unified Real-Time Visibility</a:t>
          </a:r>
          <a:endParaRPr lang="en-US" sz="1300" kern="1200">
            <a:latin typeface="Calibri"/>
          </a:endParaRPr>
        </a:p>
      </dsp:txBody>
      <dsp:txXfrm>
        <a:off x="5122" y="233853"/>
        <a:ext cx="1963594" cy="650565"/>
      </dsp:txXfrm>
    </dsp:sp>
    <dsp:sp modelId="{9675FB6C-1A3D-43B3-AFFE-A742C19B5ABD}">
      <dsp:nvSpPr>
        <dsp:cNvPr id="0" name=""/>
        <dsp:cNvSpPr/>
      </dsp:nvSpPr>
      <dsp:spPr>
        <a:xfrm>
          <a:off x="5122" y="884419"/>
          <a:ext cx="1963594" cy="257113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Breaks down historical data silos by integrating MES, SCADA, ERP, and QMS platforms into a single, cohesive digital twin. </a:t>
          </a:r>
          <a:endParaRPr lang="en-US" sz="1300" b="1" kern="1200">
            <a:latin typeface="Calibri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Continuously ingests live shopfloor signals via GCP Pub/Sub and Dataflow to maintain an up-to-date station topology model. </a:t>
          </a:r>
          <a:endParaRPr lang="en-US" sz="1300" kern="1200"/>
        </a:p>
      </dsp:txBody>
      <dsp:txXfrm>
        <a:off x="5122" y="884419"/>
        <a:ext cx="1963594" cy="2571132"/>
      </dsp:txXfrm>
    </dsp:sp>
    <dsp:sp modelId="{8CAC6DA0-819A-405A-BF7A-A5F1D9AFDBA8}">
      <dsp:nvSpPr>
        <dsp:cNvPr id="0" name=""/>
        <dsp:cNvSpPr/>
      </dsp:nvSpPr>
      <dsp:spPr>
        <a:xfrm>
          <a:off x="2243619" y="233853"/>
          <a:ext cx="1963594" cy="65056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libri"/>
            </a:rPr>
            <a:t>Proactive Congestion &amp; Bottleneck Mitigation</a:t>
          </a:r>
          <a:endParaRPr lang="en-US" sz="1300" kern="1200">
            <a:latin typeface="Calibri"/>
          </a:endParaRPr>
        </a:p>
      </dsp:txBody>
      <dsp:txXfrm>
        <a:off x="2243619" y="233853"/>
        <a:ext cx="1963594" cy="650565"/>
      </dsp:txXfrm>
    </dsp:sp>
    <dsp:sp modelId="{C33B6B21-EB5E-41E1-BF03-4598201B7F80}">
      <dsp:nvSpPr>
        <dsp:cNvPr id="0" name=""/>
        <dsp:cNvSpPr/>
      </dsp:nvSpPr>
      <dsp:spPr>
        <a:xfrm>
          <a:off x="2243619" y="884419"/>
          <a:ext cx="1963594" cy="2571132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Predicts line congestion and WIP buildup before cycle times exceed takt targets, moving beyond late time-series forecasting. </a:t>
          </a:r>
          <a:endParaRPr lang="en-US" sz="1300" b="1" kern="1200">
            <a:latin typeface="Calibri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Gives production planners critical lead time to clear bottlenecks and prevent downstream delays, scrap, or line stoppages.</a:t>
          </a:r>
          <a:endParaRPr lang="en-US" sz="1300" kern="1200"/>
        </a:p>
      </dsp:txBody>
      <dsp:txXfrm>
        <a:off x="2243619" y="884419"/>
        <a:ext cx="1963594" cy="2571132"/>
      </dsp:txXfrm>
    </dsp:sp>
    <dsp:sp modelId="{B09D7789-6EE3-4CEF-9ACD-CEDF91D5FB0C}">
      <dsp:nvSpPr>
        <dsp:cNvPr id="0" name=""/>
        <dsp:cNvSpPr/>
      </dsp:nvSpPr>
      <dsp:spPr>
        <a:xfrm>
          <a:off x="4482117" y="233853"/>
          <a:ext cx="1963594" cy="65056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libri"/>
            </a:rPr>
            <a:t>Quality Assurance &amp; Defect Prevention</a:t>
          </a:r>
          <a:endParaRPr lang="en-US" sz="1300" kern="1200">
            <a:latin typeface="Calibri"/>
          </a:endParaRPr>
        </a:p>
      </dsp:txBody>
      <dsp:txXfrm>
        <a:off x="4482117" y="233853"/>
        <a:ext cx="1963594" cy="650565"/>
      </dsp:txXfrm>
    </dsp:sp>
    <dsp:sp modelId="{F75DCADE-2027-4572-9156-829A083281E9}">
      <dsp:nvSpPr>
        <dsp:cNvPr id="0" name=""/>
        <dsp:cNvSpPr/>
      </dsp:nvSpPr>
      <dsp:spPr>
        <a:xfrm>
          <a:off x="4482117" y="884419"/>
          <a:ext cx="1963594" cy="2571132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Eliminates quality escapes usually caught only at final inspection by analyzing live machine and process parameters. </a:t>
          </a:r>
          <a:endParaRPr lang="en-US" sz="1300" b="1" kern="1200">
            <a:latin typeface="Calibri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Flags high-risk vehicles and anomalies early to prevent defects from cascading downstream and reducing rework rates.</a:t>
          </a:r>
          <a:endParaRPr lang="en-US" sz="1300" kern="1200"/>
        </a:p>
      </dsp:txBody>
      <dsp:txXfrm>
        <a:off x="4482117" y="884419"/>
        <a:ext cx="1963594" cy="2571132"/>
      </dsp:txXfrm>
    </dsp:sp>
    <dsp:sp modelId="{D8AA0837-7B7E-42C0-B9E4-58465C45A10B}">
      <dsp:nvSpPr>
        <dsp:cNvPr id="0" name=""/>
        <dsp:cNvSpPr/>
      </dsp:nvSpPr>
      <dsp:spPr>
        <a:xfrm>
          <a:off x="6720614" y="233853"/>
          <a:ext cx="1963594" cy="65056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libri"/>
            </a:rPr>
            <a:t>Material Flow &amp; Inventory Optimization</a:t>
          </a:r>
          <a:endParaRPr lang="en-US" sz="1300" kern="1200">
            <a:latin typeface="Calibri"/>
          </a:endParaRPr>
        </a:p>
      </dsp:txBody>
      <dsp:txXfrm>
        <a:off x="6720614" y="233853"/>
        <a:ext cx="1963594" cy="650565"/>
      </dsp:txXfrm>
    </dsp:sp>
    <dsp:sp modelId="{1C9CAE97-229C-4EF0-B7FA-62C5975DDF0E}">
      <dsp:nvSpPr>
        <dsp:cNvPr id="0" name=""/>
        <dsp:cNvSpPr/>
      </dsp:nvSpPr>
      <dsp:spPr>
        <a:xfrm>
          <a:off x="6720614" y="884419"/>
          <a:ext cx="1963594" cy="2571132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Cross-references live component consumption against inventory levels and supplier schedules to anticipate material shortages. </a:t>
          </a:r>
          <a:endParaRPr lang="en-US" sz="1300" b="1" kern="1200">
            <a:latin typeface="Calibri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/>
            <a:t>Optimizes stock levels to prevent production halts while minimizing excess inventory carrying costs.</a:t>
          </a:r>
          <a:endParaRPr lang="en-US" sz="1300" kern="1200"/>
        </a:p>
      </dsp:txBody>
      <dsp:txXfrm>
        <a:off x="6720614" y="884419"/>
        <a:ext cx="1963594" cy="2571132"/>
      </dsp:txXfrm>
    </dsp:sp>
    <dsp:sp modelId="{A4909825-3ABF-4F33-8EA9-C5E12A9460C9}">
      <dsp:nvSpPr>
        <dsp:cNvPr id="0" name=""/>
        <dsp:cNvSpPr/>
      </dsp:nvSpPr>
      <dsp:spPr>
        <a:xfrm>
          <a:off x="8959112" y="233853"/>
          <a:ext cx="1963594" cy="65056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Calibri"/>
            </a:rPr>
            <a:t>Automated Diagnostics &amp; Root-Cause Analysis (RCA)</a:t>
          </a:r>
          <a:endParaRPr lang="en-US" sz="1300" kern="1200">
            <a:latin typeface="Calibri"/>
          </a:endParaRPr>
        </a:p>
      </dsp:txBody>
      <dsp:txXfrm>
        <a:off x="8959112" y="233853"/>
        <a:ext cx="1963594" cy="650565"/>
      </dsp:txXfrm>
    </dsp:sp>
    <dsp:sp modelId="{8C659C9E-1AD0-491C-AFB9-66477BC665A0}">
      <dsp:nvSpPr>
        <dsp:cNvPr id="0" name=""/>
        <dsp:cNvSpPr/>
      </dsp:nvSpPr>
      <dsp:spPr>
        <a:xfrm>
          <a:off x="8959112" y="884419"/>
          <a:ext cx="1963594" cy="2571132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Replaces slow manual investigations with automated correlation engines that link process, machine, maintenance, quality, and material data. </a:t>
          </a:r>
          <a:endParaRPr lang="en-US" sz="1300" kern="1200">
            <a:latin typeface="Calibri"/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Generates ranked, explained contributing factors and actionable recommendations to help teams resolve operational risks swiftly. </a:t>
          </a:r>
        </a:p>
      </dsp:txBody>
      <dsp:txXfrm>
        <a:off x="8959112" y="884419"/>
        <a:ext cx="1963594" cy="2571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16821 13276 16383 0 0,'5'-5'0'0'0,"2"-7"0"0"0,0-6 0 0 0,3-1 0 0 0,6 4 0 0 0,-1-2 0 0 0,-2-2 0 0 0,2 1 0 0 0,3 5 0 0 0,4 4 0 0 0,3 8 0 0 0,-2 10 0 0 0,-1 14 0 0 0,-3 8 0 0 0,-5 14 0 0 0,-6 10 0 0 0,-3 5 0 0 0,-3 4 0 0 0,-1 0 0 0 0,-2-5 0 0 0,0-2 0 0 0,0-6 0 0 0,0-2 0 0 0,1-3 0 0 0,-1-5 0 0 0,1-4 0 0 0,0-3 0 0 0,0-2 0 0 0,0-2 0 0 0,0-11 0 0 0,0-13 0 0 0,0-24 0 0 0,0-24 0 0 0,-5-15 0 0 0,-7-19 0 0 0,-7-16 0 0 0,-4-14 0 0 0,-5-4 0 0 0,-2-4 0 0 0,-1 2 0 0 0,5 5 0 0 0,6 10 0 0 0,8 11 0 0 0,4 11 0 0 0,0 7 0 0 0,-5 15 0 0 0,0 11 0 0 0,3 4 0 0 0,-3 7 0 0 0,1 4 0 0 0,-2 7 0 0 0,-4 6 0 0 0,-5 6 0 0 0,-2 4 0 0 0,-9 3 0 0 0,-2 2 0 0 0,-7 0 0 0 0,-5 1 0 0 0,-15-1 0 0 0,-13 0 0 0 0,-4 4 0 0 0,8 8 0 0 0,4 0 0 0 0,5 9 0 0 0,2 6 0 0 0,6 8 0 0 0,3 4 0 0 0,4-1 0 0 0,1-1 0 0 0,8-2 0 0 0,5 3 0 0 0,4-5 0 0 0,2-9 0 0 0,5-2 0 0 0,7-2 0 0 0,0 3 0 0 0,4 1 0 0 0,-1-4 0 0 0,1 1 0 0 0,2 1 0 0 0,4 1 0 0 0,-3-2 0 0 0,1-1 0 0 0,-5-3 0 0 0,1 0 0 0 0,-2-3 0 0 0,0 1 0 0 0,-2 3 0 0 0,-4 4 0 0 0,7-3 0 0 0,11-4 0 0 0,10-5 0 0 0,10-10 0 0 0,1-9 0 0 0,-2-10 0 0 0,-4-6 0 0 0,1 1 0 0 0,-3-1 0 0 0,-2-1 0 0 0,-3-2 0 0 0,-3-2 0 0 0,-1 0 0 0 0,-2-6 0 0 0,0-2 0 0 0,0 0 0 0 0,-6 1 0 0 0,-7 7 0 0 0,-6 8 0 0 0,-10 8 0 0 0,-5 6 0 0 0,-8 4 0 0 0,-6 3 0 0 0,-1 1 0 0 0,-1 1 0 0 0,1-1 0 0 0,5 1 0 0 0,-1-2 0 0 0,3 1 0 0 0,-3-1 0 0 0,2 0 0 0 0,-2 0 0 0 0,1 6 0 0 0,8 5 0 0 0,5 3 0 0 0,3-3 0 0 0,6 4 0 0 0,7 3 0 0 0,1-1 0 0 0,2 1 0 0 0,-1-2 0 0 0,1 2 0 0 0,-2-3 0 0 0,1 2 0 0 0,2 2 0 0 0,-1 4 0 0 0,-4-2 0 0 0,0 0 0 0 0,-1-3 0 0 0,1 0 0 0 0,4 3 0 0 0,9-3 0 0 0,15 1 0 0 0,16 2 0 0 0,8-2 0 0 0,14-5 0 0 0,3-4 0 0 0,9-4 0 0 0,8-3 0 0 0,3-2 0 0 0,4-2 0 0 0,5 1 0 0 0,-6-1 0 0 0,-1 0 0 0 0,-3 0 0 0 0,-4 1 0 0 0,3-1 0 0 0,4 1 0 0 0,-5 0 0 0 0,0 0 0 0 0,-5 0 0 0 0,-10 0 0 0 0,-4 0 0 0 0,1 0 0 0 0,-5 0 0 0 0,1 0 0 0 0,-3-5 0 0 0,-4-1 0 0 0,-8-6 0 0 0,-6 0 0 0 0,-2 2 0 0 0,-4-3 0 0 0,-2 1 0 0 0,1 3 0 0 0,-2-3 0 0 0,1-4 0 0 0,2-5 0 0 0,-3-3 0 0 0,-14-3 0 0 0,-18 2 0 0 0,-23 7 0 0 0,-25 5 0 0 0,-17 6 0 0 0,-11 3 0 0 0,-11 3 0 0 0,2 2 0 0 0,2 0 0 0 0,2 0 0 0 0,12 0 0 0 0,10 0 0 0 0,7-1 0 0 0,5 1 0 0 0,7-1 0 0 0,8 0 0 0 0,1 0 0 0 0,4 0 0 0 0,3 0 0 0 0,3 0 0 0 0,7 5 0 0 0,4 2 0 0 0,11 4 0 0 0,22 1 0 0 0,32 4 0 0 0,28-2 0 0 0,18 3 0 0 0,15 3 0 0 0,11-2 0 0 0,7 2 0 0 0,3 2 0 0 0,-9-3 0 0 0,-3 1 0 0 0,-5-3 0 0 0,-6-5 0 0 0,-8-4 0 0 0,-6 2 0 0 0,-1-1 0 0 0,-10 3 0 0 0,-8 0 0 0 0,-5 2 0 0 0,-2 0 0 0 0,-7-3 0 0 0,-7-4 0 0 0,-6-2 0 0 0,-5-3 0 0 0,-3-1 0 0 0,-2-1 0 0 0,-1-1 0 0 0,0 1 0 0 0,0-1 0 0 0,-20 1 0 0 0,-23-1 0 0 0,-33-4 0 0 0,-41-2 0 0 0,-30-5 0 0 0,-21-5 0 0 0,-18 0 0 0 0,-13 3 0 0 0,-9 4 0 0 0,1 3 0 0 0,15 4 0 0 0,10 1 0 0 0,10 2 0 0 0,8 1 0 0 0,8-1 0 0 0,9 1 0 0 0,10 0 0 0 0,7-1 0 0 0,6 0 0 0 0,3 1 0 0 0,2-1 0 0 0,1 0 0 0 0,11 0 0 0 0,8 0 0 0 0,10 0 0 0 0,16 5 0 0 0,11 1 0 0 0,5 6 0 0 0,2 0 0 0 0,1-2 0 0 0,4 3 0 0 0,11 4 0 0 0,28-1 0 0 0,37-3 0 0 0,44 2 0 0 0,42-3 0 0 0,33-2 0 0 0,22-4 0 0 0,10-2 0 0 0,5-2 0 0 0,3-1 0 0 0,0-2 0 0 0,-9 1 0 0 0,-15-1 0 0 0,-13 1 0 0 0,-12-1 0 0 0,-7 1 0 0 0,-11 0 0 0 0,-4 0 0 0 0,-6 0 0 0 0,-6 0 0 0 0,-15 0 0 0 0,-11 0 0 0 0,-14 0 0 0 0,-17 0 0 0 0,-11 0 0 0 0,-11 0 0 0 0,-9 0 0 0 0,-6 0 0 0 0,-6 0 0 0 0,-7-5 0 0 0,-2-7 0 0 0,-1-2 0 0 0,2 2 0 0 0,3 3 0 0 0,-15 3 0 0 0,-24 3 0 0 0,-30 1 0 0 0,-34 7 0 0 0,-34 12 0 0 0,-19 9 0 0 0,-13 5 0 0 0,-19 7 0 0 0,-17 3 0 0 0,-4-6 0 0 0,-2-4 0 0 0,5-1 0 0 0,13-2 0 0 0,13-5 0 0 0,13-1 0 0 0,5-5 0 0 0,0-4 0 0 0,2-1 0 0 0,3 4 0 0 0,14-1 0 0 0,11 2 0 0 0,14-2 0 0 0,43-3 0 0 0,55-5 0 0 0,63-2 0 0 0,60-3 0 0 0,45-1 0 0 0,34-1 0 0 0,17-1 0 0 0,7 1 0 0 0,-11-1 0 0 0,-6 0 0 0 0,-5 1 0 0 0,-11 0 0 0 0,-15 0 0 0 0,-12 0 0 0 0,-15 0 0 0 0,-14 0 0 0 0,-21 0 0 0 0,-15 0 0 0 0,-17 0 0 0 0,-17 0 0 0 0,-11 0 0 0 0,-12 0 0 0 0,-8 0 0 0 0,-7 0 0 0 0,-4 0 0 0 0,-2 0 0 0 0,0 0 0 0 0,-7-5 0 0 0,-5-7 0 0 0,-2-2 0 0 0,3 3 0 0 0,3-4 0 0 0,-3-3 0 0 0,-3-4 0 0 0,-25-3 0 0 0,-43-8 0 0 0,-47-4 0 0 0,-53-5 0 0 0,-42-6 0 0 0,-23 0 0 0 0,-12 3 0 0 0,-1 9 0 0 0,-9 5 0 0 0,1 4 0 0 0,15 0 0 0 0,21 6 0 0 0,18 5 0 0 0,20 7 0 0 0,18-2 0 0 0,19 2 0 0 0,25-3 0 0 0,21 1 0 0 0,18 2 0 0 0,15 3 0 0 0,27 2 0 0 0,37 2 0 0 0,47 1 0 0 0,49 1 0 0 0,42 0 0 0 0,25 1 0 0 0,19-1 0 0 0,11 1 0 0 0,18-1 0 0 0,10 0 0 0 0,7 0 0 0 0,-2 0 0 0 0,4 0 0 0 0,-8 0 0 0 0,1 0 0 0 0,-4 0 0 0 0,-10 0 0 0 0,3 0 0 0 0,-2 0 0 0 0,-13 0 0 0 0,-11 0 0 0 0,-10 0 0 0 0,-11 0 0 0 0,-21 0 0 0 0,-17 0 0 0 0,-17 0 0 0 0,-25 0 0 0 0,-19 0 0 0 0,-13 0 0 0 0,-13 0 0 0 0,-31 0 0 0 0,-35 0 0 0 0,-52 0 0 0 0,-51 0 0 0 0,-37 0 0 0 0,-39 0 0 0 0,-39 0 0 0 0,-21 0 0 0 0,-20 0 0 0 0,-15 0 0 0 0,-11 0 0 0 0,-6 0 0 0 0,-4 0 0 0 0,-11 0 0 0 0,-3 0 0 0 0,2 0 0 0 0,2 0 0 0 0,5 0 0 0 0,19 0 0 0 0,33 0 0 0 0,35 0 0 0 0,40 0 0 0 0,47 0 0 0 0,35 0 0 0 0,31 0 0 0 0,22 0 0 0 0,19-5 0 0 0,31-2 0 0 0,29 1 0 0 0,32-5 0 0 0,19 1 0 0 0,18-4 0 0 0,6 0 0 0 0,-3 3 0 0 0,-10 4 0 0 0,-9 2 0 0 0,-15 3 0 0 0,-7 1 0 0 0,-10 1 0 0 0,-8 0 0 0 0,-7 1 0 0 0,-3-1 0 0 0,-3 1 0 0 0,-2-1 0 0 0,1 0 0 0 0,-1 0 0 0 0,1 0 0 0 0,-15 0 0 0 0,-15 0 0 0 0,-18 0 0 0 0,-10 0 0 0 0,-6 0 0 0 0,-2 0 0 0 0,0 0 0 0 0,17-5 0 0 0,17-7 0 0 0,24-6 0 0 0,24-1 0 0 0,25-2 0 0 0,11-2 0 0 0,12 2 0 0 0,11 0 0 0 0,8-1 0 0 0,1-3 0 0 0,-4 3 0 0 0,1 6 0 0 0,-4 5 0 0 0,-9 4 0 0 0,-10-1 0 0 0,-16 1 0 0 0,-15-5 0 0 0,-10-4 0 0 0,-10 0 0 0 0,-4 3 0 0 0,-4 3 0 0 0,0 4 0 0 0,-11 3 0 0 0,-14 2 0 0 0,-21 0 0 0 0,-30 2 0 0 0,-26 10 0 0 0,-22 8 0 0 0,-15 7 0 0 0,-4 3 0 0 0,-2 3 0 0 0,-3 5 0 0 0,-1 3 0 0 0,-1 3 0 0 0,5 1 0 0 0,2 2 0 0 0,0 0 0 0 0,-1 1 0 0 0,4 3 0 0 0,5 4 0 0 0,11-3 0 0 0,6 1 0 0 0,8-9 0 0 0,8-6 0 0 0,11 0 0 0 0,12-5 0 0 0,8-4 0 0 0,2-1 0 0 0,3 0 0 0 0,-3 0 0 0 0,-4 1 0 0 0,0 1 0 0 0,-3 1 0 0 0,-3 0 0 0 0,2-5 0 0 0,4-2 0 0 0,5-4 0 0 0,13-11 0 0 0,23-12 0 0 0,22-20 0 0 0,28-12 0 0 0,37-10 0 0 0,41-12 0 0 0,30-7 0 0 0,25 2 0 0 0,2 8 0 0 0,-3 12 0 0 0,-18 14 0 0 0,-19 12 0 0 0,-19 3 0 0 0,-20 5 0 0 0,-22-2 0 0 0,-19 1 0 0 0,-10 2 0 0 0,-9-2 0 0 0,-6 0 0 0 0,-4-3 0 0 0,-2 0 0 0 0,-2 3 0 0 0,-4-2 0 0 0,-13 1 0 0 0,-23 2 0 0 0,-25 2 0 0 0,-26 4 0 0 0,-29 1 0 0 0,-25 1 0 0 0,-27 1 0 0 0,-16 1 0 0 0,-6-1 0 0 0,-11 1 0 0 0,4-1 0 0 0,6 0 0 0 0,16 0 0 0 0,23 1 0 0 0,23-1 0 0 0,25 0 0 0 0,20 0 0 0 0,16 0 0 0 0,9 0 0 0 0,12 5 0 0 0,19 7 0 0 0,21 1 0 0 0,49 9 0 0 0,59 1 0 0 0,70 1 0 0 0,69 12 0 0 0,41 6 0 0 0,30 0 0 0 0,30 8 0 0 0,20 2 0 0 0,11 1 0 0 0,11-3 0 0 0,13 6 0 0 0,1-2 0 0 0,2 1 0 0 0,-9-10 0 0 0,-24-12 0 0 0,-22-7 0 0 0,-22-7 0 0 0,-23-7 0 0 0,-31-6 0 0 0,-40-4 0 0 0,-41-2 0 0 0,-47-1 0 0 0,-41-1 0 0 0,-30 1 0 0 0,-33-5 0 0 0,-19-2 0 0 0,-13 1 0 0 0,-6 1 0 0 0,-12-3 0 0 0,-27 0 0 0 0,-48-4 0 0 0,-48-4 0 0 0,-57-6 0 0 0,-50-2 0 0 0,-40-9 0 0 0,-37 2 0 0 0,-30 2 0 0 0,-26 5 0 0 0,-15 2 0 0 0,-1 5 0 0 0,11 6 0 0 0,14 4 0 0 0,20 4 0 0 0,24 3 0 0 0,37 1 0 0 0,32 1 0 0 0,46 0 0 0 0,38 0 0 0 0,34 0 0 0 0,27-1 0 0 0,21 1 0 0 0,33-1 0 0 0,43 0 0 0 0,44 0 0 0 0,55 0 0 0 0,70 0 0 0 0,61 0 0 0 0,66 0 0 0 0,54 0 0 0 0,31 0 0 0 0,17 0 0 0 0,0 0 0 0 0,-2 0 0 0 0,-10 0 0 0 0,-20 0 0 0 0,-22 5 0 0 0,-27 17 0 0 0,-42 5 0 0 0,-44 3 0 0 0,-44 2 0 0 0,-44-5 0 0 0,-38-7 0 0 0,-39-2 0 0 0,-28-4 0 0 0,-16-4 0 0 0,-20-4 0 0 0,-26-3 0 0 0,-38 3 0 0 0,-56 6 0 0 0,-61 1 0 0 0,-64 3 0 0 0,-60-1 0 0 0,-56 7 0 0 0,-57 0 0 0 0,-53 2 0 0 0,-40-4 0 0 0,-28-5 0 0 0,-12-5 0 0 0,3-5 0 0 0,25-2 0 0 0,39-2 0 0 0,37-2 0 0 0,56 0 0 0 0,67 0 0 0 0,76 0 0 0 0,73 1 0 0 0,58-1 0 0 0,53 1 0 0 0,50 0 0 0 0,46 0 0 0 0,51 0 0 0 0,45 0 0 0 0,41 0 0 0 0,29 0 0 0 0,26 0 0 0 0,23 0 0 0 0,10 0 0 0 0,19 10 0 0 0,34 9 0 0 0,28 6 0 0 0,31 9 0 0 0,19 4 0 0 0,12 1 0 0 0,-3 4 0 0 0,-18-1 0 0 0,-26-1 0 0 0,-38-9 0 0 0,-40-4 0 0 0,-42-7 0 0 0,-43-7 0 0 0,-35-5 0 0 0,-36-6 0 0 0,-31-2 0 0 0,-26-1 0 0 0,-21 4 0 0 0,-16 6 0 0 0,-23 2 0 0 0,-35-1 0 0 0,-45-2 0 0 0,-58-4 0 0 0,-49-1 0 0 0,-47-3 0 0 0,-32 0 0 0 0,-25-1 0 0 0,-17-1 0 0 0,0 1 0 0 0,14-1 0 0 0,29 1 0 0 0,31 0 0 0 0,37-1 0 0 0,40 1 0 0 0,38 0 0 0 0,32 0 0 0 0,34 0 0 0 0,33-10 0 0 0,38-9 0 0 0,44-11 0 0 0,45-6 0 0 0,44-1 0 0 0,49 4 0 0 0,45-1 0 0 0,40 5 0 0 0,35 6 0 0 0,34 9 0 0 0,10 5 0 0 0,2 6 0 0 0,-2 2 0 0 0,-13 1 0 0 0,-14 2 0 0 0,-4-1 0 0 0,-9 0 0 0 0,-23 0 0 0 0,-17 0 0 0 0,-30-1 0 0 0,-29 1 0 0 0,-25-1 0 0 0,-17 0 0 0 0,-28-6 0 0 0,-33 0 0 0 0,-28-1 0 0 0,-34-4 0 0 0,-39-4 0 0 0,-51-6 0 0 0,-71-9 0 0 0,-60-15 0 0 0,-63-16 0 0 0,-47-7 0 0 0,-41-7 0 0 0,-33 3 0 0 0,-21-1 0 0 0,-3 7 0 0 0,8-2 0 0 0,16 7 0 0 0,28 13 0 0 0,40 15 0 0 0,39 13 0 0 0,42 10 0 0 0,36 6 0 0 0,37 5 0 0 0,33-4 0 0 0,39-1 0 0 0,40 0 0 0 0,57-4 0 0 0,58-1 0 0 0,56-10 0 0 0,59-5 0 0 0,42 0 0 0 0,30 4 0 0 0,25 6 0 0 0,23 6 0 0 0,13 3 0 0 0,10 3 0 0 0,9 2 0 0 0,0 1 0 0 0,-14 0 0 0 0,-24 0 0 0 0,-45 0 0 0 0,-49-1 0 0 0,-42 1 0 0 0,-36-1 0 0 0,-28 0 0 0 0,-33 0 0 0 0,-32 0 0 0 0,-24 0 0 0 0,-33 0 0 0 0,-36 0 0 0 0,-53 0 0 0 0,-56 0 0 0 0,-54 0 0 0 0,-50 0 0 0 0,-38 0 0 0 0,-25 0 0 0 0,-17 0 0 0 0,-23 0 0 0 0,-33 0 0 0 0,-38 0 0 0 0,-29 0 0 0 0,-13 0 0 0 0,0 0 0 0 0,14 0 0 0 0,28 0 0 0 0,29 10 0 0 0,42 14 0 0 0,45 8 0 0 0,55 4 0 0 0,51-5 0 0 0,49-7 0 0 0,42-3 0 0 0,35-10 0 0 0,25-12 0 0 0,17-11 0 0 0,10-8 0 0 0,10-12 0 0 0,12-5 0 0 0,8 4 0 0 0,13 2 0 0 0,14 6 0 0 0,28 8 0 0 0,46 7 0 0 0,40 4 0 0 0,53-1 0 0 0,29 0 0 0 0,17 2 0 0 0,3 1 0 0 0,1 2 0 0 0,-5 6 0 0 0,-3 7 0 0 0,-21 13 0 0 0,-23 7 0 0 0,-33-2 0 0 0,-34-1 0 0 0,-34-4 0 0 0,-33-7 0 0 0,-32-2 0 0 0,-25 3 0 0 0,-20 3 0 0 0,-11 3 0 0 0,-6 3 0 0 0,-14 1 0 0 0,-18 7 0 0 0,-25 8 0 0 0,-27 1 0 0 0,-35 9 0 0 0,-33 0 0 0 0,-26-3 0 0 0,-28-5 0 0 0,-15-6 0 0 0,-11-9 0 0 0,0 1 0 0 0,-8-5 0 0 0,2-2 0 0 0,7 6 0 0 0,16-3 0 0 0,25-1 0 0 0,35 1 0 0 0,40-5 0 0 0,39 0 0 0 0,44-5 0 0 0,38-4 0 0 0,38-5 0 0 0,34-4 0 0 0,30-3 0 0 0,22-6 0 0 0,36-2 0 0 0,26-11 0 0 0,23-2 0 0 0,5-3 0 0 0,-3 3 0 0 0,-7 5 0 0 0,-13 4 0 0 0,-14 5 0 0 0,-11 3 0 0 0,-15 2 0 0 0,-22 1 0 0 0,-25 1 0 0 0,-18 0 0 0 0,-21 0 0 0 0,-16-1 0 0 0,-22 1 0 0 0,-27-1 0 0 0,-34 0 0 0 0,-38 0 0 0 0,-32 0 0 0 0,-36 0 0 0 0,-19 0 0 0 0,-10 0 0 0 0,-7 0 0 0 0,10 0 0 0 0,13 0 0 0 0,11 0 0 0 0,8 0 0 0 0,22 0 0 0 0,19 0 0 0 0,20-5 0 0 0,21-7 0 0 0,19-6 0 0 0,26-11 0 0 0,28-16 0 0 0,31-5 0 0 0,31 1 0 0 0,28 8 0 0 0,29 12 0 0 0,38 10 0 0 0,28 9 0 0 0,31 5 0 0 0,15 5 0 0 0,16 1 0 0 0,8 1 0 0 0,-7 1 0 0 0,-20-2 0 0 0,-16 1 0 0 0,-27-1 0 0 0,-30-1 0 0 0,-34-5 0 0 0,-31-2 0 0 0,-26 1 0 0 0,-22 0 0 0 0,-17 2 0 0 0,-17-3 0 0 0,-14-6 0 0 0,-15-6 0 0 0,-24 0 0 0 0,-18-1 0 0 0,-13-3 0 0 0,-18 2 0 0 0,-13 0 0 0 0,-12-1 0 0 0,-12-3 0 0 0,4 4 0 0 0,-3 4 0 0 0,-3 6 0 0 0,7 5 0 0 0,4 3 0 0 0,10 2 0 0 0,9 1 0 0 0,13 1 0 0 0,7 0 0 0 0,9 0 0 0 0,12-5 0 0 0,13-8 0 0 0,22-1 0 0 0,25-4 0 0 0,26 2 0 0 0,24 2 0 0 0,37 4 0 0 0,30 4 0 0 0,27-8 0 0 0,22-2 0 0 0,15-3 0 0 0,9-4 0 0 0,-11-4 0 0 0,-15 4 0 0 0,-17-1 0 0 0,-18-1 0 0 0,-13-1 0 0 0,-25 3 0 0 0,-22 0 0 0 0,-21 4 0 0 0,-17 5 0 0 0,-34 5 0 0 0,-45 3 0 0 0,-49 4 0 0 0,-48 0 0 0 0,-49 2 0 0 0,-37 0 0 0 0,-23 0 0 0 0,-19 0 0 0 0,-19-1 0 0 0,-3 1 0 0 0,7-1 0 0 0,14 0 0 0 0,24 0 0 0 0,35 0 0 0 0,35 0 0 0 0,34 0 0 0 0,28 0 0 0 0,25 0 0 0 0,20 0 0 0 0,13-5 0 0 0,13-7 0 0 0,11-12 0 0 0,18-12 0 0 0,23-5 0 0 0,29-5 0 0 0,19 4 0 0 0,18 5 0 0 0,14 8 0 0 0,9 9 0 0 0,10 4 0 0 0,10 3 0 0 0,7 5 0 0 0,16 3 0 0 0,16 3 0 0 0,15 1 0 0 0,6 2 0 0 0,5-1 0 0 0,5 1 0 0 0,3 0 0 0 0,-3 0 0 0 0,-5-1 0 0 0,-12 0 0 0 0,-23 0 0 0 0,-18 0 0 0 0,-19 0 0 0 0,-27 0 0 0 0,-25 0 0 0 0,-15 0 0 0 0,-14 0 0 0 0,-15 5 0 0 0,-22 7 0 0 0,-30 2 0 0 0,-36-3 0 0 0,-25-2 0 0 0,-35 8 0 0 0,-23 0 0 0 0,-14-2 0 0 0,-7-4 0 0 0,-2-4 0 0 0,-5 2 0 0 0,6 0 0 0 0,14 3 0 0 0,17 0 0 0 0,25-3 0 0 0,30-7 0 0 0,33-10 0 0 0,39-8 0 0 0,35-1 0 0 0,27 1 0 0 0,20-1 0 0 0,15 3 0 0 0,14 3 0 0 0,2 3 0 0 0,-1 4 0 0 0,1 2 0 0 0,17-4 0 0 0,13 0 0 0 0,8-11 0 0 0,-1-1 0 0 0,-15 2 0 0 0,-25 4 0 0 0,-26-2 0 0 0,-21 3 0 0 0,-22-4 0 0 0,-27 3 0 0 0,-21-4 0 0 0,-19 3 0 0 0,-21-3 0 0 0,-12 2 0 0 0,-5 3 0 0 0,-8-2 0 0 0,-6-3 0 0 0,5 0 0 0 0,0 4 0 0 0,2 3 0 0 0,9 3 0 0 0,15-2 0 0 0,11 0 0 0 0,11-3 0 0 0,17-6 0 0 0,19-5 0 0 0,18-3 0 0 0,11-3 0 0 0,8 3 0 0 0,7 1 0 0 0,0 5 0 0 0,1 5 0 0 0,-4 5 0 0 0,-5 4 0 0 0,-5 3 0 0 0,-4 2 0 0 0,-3 1 0 0 0,-2-5 0 0 0,-2-7 0 0 0,1-2 0 0 0,-11 2 0 0 0,-19 2 0 0 0,-14 4 0 0 0,-11 1 0 0 0,-5 2 0 0 0,-3 7 0 0 0,-1 2 0 0 0,0 0 0 0 0,0-1 0 0 0,17-7 0 0 0,22-14 0 0 0,14-3 0 0 0,10-5 0 0 0,-1-3 0 0 0,1 3 0 0 0,0-1 0 0 0,-4 0 0 0 0,-3 4 0 0 0,2 4 0 0 0,-4 1 0 0 0,-1 2 0 0 0,3 4 0 0 0,2-2 0 0 0,-3-4 0 0 0,0 0 0 0 0,1 3 0 0 0,3 4 0 0 0,2-3 0 0 0,1 2 0 0 0,-3-4 0 0 0,-2 1 0 0 0,1 2 0 0 0,1 3 0 0 0,-3-3 0 0 0,0 1 0 0 0,0 2 0 0 0,3 2 0 0 0,2 1 0 0 0,-4-3 0 0 0,-1 0 0 0 0,-4-5 0 0 0,1 0 0 0 0,1 2 0 0 0,3 3 0 0 0,3 3 0 0 0,1-4 0 0 0,-3-5 0 0 0,0-1 0 0 0,0-2 0 0 0,1-5 0 0 0,2 2 0 0 0,1-1 0 0 0,7 3 0 0 0,-3-1 0 0 0,-2-3 0 0 0,-1-2 0 0 0,0 2 0 0 0,0 5 0 0 0,0 5 0 0 0,1 5 0 0 0,0-3 0 0 0,0 2 0 0 0,-5-5 0 0 0,-2 1 0 0 0,1 2 0 0 0,-4-3 0 0 0,0-4 0 0 0,6-5 0 0 0,5-4 0 0 0,7-13 0 0 0,12-10 0 0 0,8-3 0 0 0,5 3 0 0 0,-4 10 0 0 0,-6 5 0 0 0,-8 4 0 0 0,0 1 0 0 0,-3 1 0 0 0,-4 5 0 0 0,-3 5 0 0 0,-7 2 0 0 0,-4-3 0 0 0,0 2 0 0 0,-5-1 0 0 0,0 2 0 0 0,-3-1 0 0 0,0-4 0 0 0,3-3 0 0 0,4 2 0 0 0,-3 0 0 0 0,-4-2 0 0 0,-1 3 0 0 0,-1 0 0 0 0,1-2 0 0 0,3 3 0 0 0,-1-1 0 0 0,1-2 0 0 0,3 3 0 0 0,-2 0 0 0 0,1-3 0 0 0,2 3 0 0 0,3-1 0 0 0,-4-1 0 0 0,1-4 0 0 0,-4-1 0 0 0,0 3 0 0 0,-3 0 0 0 0,-4-1 0 0 0,2-1 0 0 0,3-2 0 0 0,4 4 0 0 0,-1 0 0 0 0,-4 0 0 0 0,1 3 0 0 0,2 0 0 0 0,-1-2 0 0 0,1-2 0 0 0,3-2 0 0 0,3-7 0 0 0,2-3 0 0 0,3-1 0 0 0,0-4 0 0 0,2 0 0 0 0,-6 1 0 0 0,-1 3 0 0 0,1 2 0 0 0,0 8 0 0 0,-3 2 0 0 0,-6 1 0 0 0,-1 5 0 0 0,3 5 0 0 0,-1 15 0 0 0,-5 13 0 0 0,-4 19 0 0 0,-3 25 0 0 0,-2 13 0 0 0,-2 14 0 0 0,-2 9 0 0 0,-4 4 0 0 0,-8-5 0 0 0,-6-3 0 0 0,-1-6 0 0 0,5-12 0 0 0,-2-19 0 0 0,3-13 0 0 0,3-8 0 0 0,4-4 0 0 0,3-2 0 0 0,2-1 0 0 0,-3-3 0 0 0,-2-2 0 0 0,-4 2 0 0 0,-5 2 0 0 0,-1 2 0 0 0,4 2 0 0 0,3-9 0 0 0,3-13 0 0 0,4-13 0 0 0,1-20 0 0 0,2-21 0 0 0,1-13 0 0 0,4-1 0 0 0,3 5 0 0 0,4 6 0 0 0,1 3 0 0 0,-3 4 0 0 0,3 4 0 0 0,-1 3 0 0 0,3 9 0 0 0,-7 19 0 0 0,-10 17 0 0 0,-9 16 0 0 0,-8 15 0 0 0,-6 6 0 0 0,-5 5 0 0 0,-1 5 0 0 0,-1-1 0 0 0,-5-11 0 0 0,3-2 0 0 0,-2 2 0 0 0,-6 9 0 0 0,-5 7 0 0 0,-6 8 0 0 0,-4 3 0 0 0,8 0 0 0 0,7-12 0 0 0,6-6 0 0 0,3-1 0 0 0,3-4 0 0 0,1-5 0 0 0,5-4 0 0 0,2-10 0 0 0,-1-3 0 0 0,4-1 0 0 0,0-5 0 0 0,3 0 0 0 0,5-9 0 0 0,3-16 0 0 0,14-28 0 0 0,22-23 0 0 0,15-18 0 0 0,17-6 0 0 0,3 0 0 0 0,-5 4 0 0 0,-11 10 0 0 0,-9 16 0 0 0,-11 7 0 0 0,-10 5 0 0 0,-3 4 0 0 0,2 4 0 0 0,-2 1 0 0 0,-4 11 0 0 0,-3 19 0 0 0,-13 20 0 0 0,-16 22 0 0 0,-20 19 0 0 0,-18 20 0 0 0,-24 17 0 0 0,-29 22 0 0 0,-16 11 0 0 0,-12 10 0 0 0,-12 6 0 0 0,-12-6 0 0 0,3-2 0 0 0,7-9 0 0 0,15-11 0 0 0,16-10 0 0 0,14-9 0 0 0,20-21 0 0 0,20-13 0 0 0,17-14 0 0 0,13-15 0 0 0,7-3 0 0 0,5 2 0 0 0,1 1 0 0 0,-4-2 0 0 0,3 0 0 0 0,6-13 0 0 0,6-19 0 0 0,7-21 0 0 0,5-28 0 0 0,2-27 0 0 0,2-16 0 0 0,7-13 0 0 0,21-16 0 0 0,23-28 0 0 0,22-21 0 0 0,10-7 0 0 0,0 5 0 0 0,2 6 0 0 0,-3 15 0 0 0,0 12 0 0 0,1 14 0 0 0,2 17 0 0 0,2 11 0 0 0,-3 7 0 0 0,-1 7 0 0 0,-4 2 0 0 0,-1 3 0 0 0,3 6 0 0 0,-2 13 0 0 0,-5 6 0 0 0,-15 7 0 0 0,-7 0 0 0 0,-7 8 0 0 0,-6-1 0 0 0,0 1 0 0 0,-1 0 0 0 0,-2 3 0 0 0,-1 0 0 0 0,2-4 0 0 0,1 4 0 0 0,-1 2 0 0 0,4 6 0 0 0,-6 3 0 0 0,-3 4 0 0 0,-2 0 0 0 0,-6-2 0 0 0,-8 7 0 0 0,-10 6 0 0 0,-8 19 0 0 0,-13 28 0 0 0,-14 22 0 0 0,-18 22 0 0 0,-21 16 0 0 0,-15 12 0 0 0,-8 2 0 0 0,-10 7 0 0 0,-8 4 0 0 0,4-5 0 0 0,-5-7 0 0 0,0-8 0 0 0,3-6 0 0 0,5-5 0 0 0,14-8 0 0 0,8-9 0 0 0,5-12 0 0 0,12-12 0 0 0,11-11 0 0 0,4-7 0 0 0,5-10 0 0 0,10 2 0 0 0,0 0 0 0 0,1 1 0 0 0,5 1 0 0 0,3-5 0 0 0,5-2 0 0 0,6-9 0 0 0,5-13 0 0 0,4-22 0 0 0,2-22 0 0 0,13-10 0 0 0,9-11 0 0 0,16-9 0 0 0,18-4 0 0 0,15 2 0 0 0,11-2 0 0 0,13-4 0 0 0,11-3 0 0 0,13-13 0 0 0,18-5 0 0 0,7-7 0 0 0,9 6 0 0 0,1 5 0 0 0,4 8 0 0 0,-8 10 0 0 0,-9 8 0 0 0,-8 5 0 0 0,-15 10 0 0 0,-13 9 0 0 0,-8 8 0 0 0,-10 0 0 0 0,-14 2 0 0 0,-4 2 0 0 0,-3 7 0 0 0,-7 4 0 0 0,-8 0 0 0 0,-8 6 0 0 0,-5 4 0 0 0,-9 12 0 0 0,-9 15 0 0 0,-12 27 0 0 0,-19 22 0 0 0,-21 21 0 0 0,-26 12 0 0 0,-18 11 0 0 0,-27 8 0 0 0,-21 5 0 0 0,-15 3 0 0 0,-14 7 0 0 0,-12 8 0 0 0,-8-5 0 0 0,-5-3 0 0 0,12-19 0 0 0,14-17 0 0 0,14-15 0 0 0,8-4 0 0 0,13-10 0 0 0,10-10 0 0 0,19-14 0 0 0,15-9 0 0 0,4-10 0 0 0,9-2 0 0 0,5-5 0 0 0,7 1 0 0 0,2 3 0 0 0,4-2 0 0 0,9 3 0 0 0,5-3 0 0 0,9-19 0 0 0,12-24 0 0 0,13-17 0 0 0,27-28 0 0 0,28-21 0 0 0,24-10 0 0 0,15-3 0 0 0,10 6 0 0 0,3 11 0 0 0,2 9 0 0 0,-7 9 0 0 0,-6 7 0 0 0,-10 3 0 0 0,-16 12 0 0 0,-4 6 0 0 0,-4 3 0 0 0,-3 0 0 0 0,-2 1 0 0 0,-1 2 0 0 0,5 3 0 0 0,2 2 0 0 0,-1 1 0 0 0,-6 1 0 0 0,-3 1 0 0 0,-6 6 0 0 0,-7 1 0 0 0,0 0 0 0 0,-3 3 0 0 0,-3 1 0 0 0,-3 2 0 0 0,-7 1 0 0 0,-4 1 0 0 0,-15 15 0 0 0,-31 17 0 0 0,-26 21 0 0 0,-26 20 0 0 0,-16 25 0 0 0,-13 14 0 0 0,-5 7 0 0 0,-9 0 0 0 0,-5-7 0 0 0,-3-4 0 0 0,4-9 0 0 0,3-7 0 0 0,0-2 0 0 0,1-3 0 0 0,-7 7 0 0 0,3-6 0 0 0,1-4 0 0 0,1-3 0 0 0,10-4 0 0 0,3-6 0 0 0,5-3 0 0 0,8-5 0 0 0,10-6 0 0 0,20-5 0 0 0,14-8 0 0 0,11-4 0 0 0,13-2 0 0 0,4 1 0 0 0,-4 2 0 0 0,-3 0 0 0 0,-2 3 0 0 0,4 0 0 0 0,2-4 0 0 0,-1-7 0 0 0,4-1 0 0 0,6-8 0 0 0,5-17 0 0 0,5-17 0 0 0,3-14 0 0 0,1-6 0 0 0,2-5 0 0 0,0-5 0 0 0,5 2 0 0 0,7-6 0 0 0,11-7 0 0 0,12-4 0 0 0,5 0 0 0 0,6-3 0 0 0,5-5 0 0 0,10-4 0 0 0,3 1 0 0 0,2 9 0 0 0,-5 7 0 0 0,-4 9 0 0 0,-6 9 0 0 0,-6 8 0 0 0,-12 4 0 0 0,-6 9 0 0 0,-13 9 0 0 0,-14 7 0 0 0,-18 5 0 0 0,-11 4 0 0 0,-16 2 0 0 0,-16 0 0 0 0,-3 1 0 0 0,-1 5 0 0 0,0 6 0 0 0,6 6 0 0 0,2 0 0 0 0,1 2 0 0 0,-1 3 0 0 0,9 1 0 0 0,8-2 0 0 0,-1-1 0 0 0,3-3 0 0 0,1-1 0 0 0,8 2 0 0 0,2-2 0 0 0,2-4 0 0 0,-1-5 0 0 0,-1 2 0 0 0,3 4 0 0 0,1-1 0 0 0,5 2 0 0 0,14 4 0 0 0,19-1 0 0 0,22 1 0 0 0,20-3 0 0 0,10 0 0 0 0,4-1 0 0 0,0 0 0 0 0,-2-2 0 0 0,-3-3 0 0 0,-2-4 0 0 0,-2-2 0 0 0,-1-3 0 0 0,-2-2 0 0 0,1 0 0 0 0,-7-1 0 0 0,-6 0 0 0 0,-6 1 0 0 0,-6-1 0 0 0,-3 1 0 0 0,-2 0 0 0 0,-2 0 0 0 0,0 0 0 0 0,0 0 0 0 0,-5 5 0 0 0,-12 7 0 0 0,-12 12 0 0 0,-18 1 0 0 0,-20 2 0 0 0,-14 2 0 0 0,-15 0 0 0 0,-20 7 0 0 0,-6 6 0 0 0,-8 2 0 0 0,-8 3 0 0 0,-5 0 0 0 0,1 1 0 0 0,-16 3 0 0 0,-22-2 0 0 0,-12-4 0 0 0,2-5 0 0 0,23-8 0 0 0,36-6 0 0 0,34-17 0 0 0,29-15 0 0 0,31-12 0 0 0,33-2 0 0 0,32 1 0 0 0,23 0 0 0 0,27 2 0 0 0,23 0 0 0 0,24-4 0 0 0,12 3 0 0 0,-2 4 0 0 0,-3 0 0 0 0,-8-4 0 0 0,-20-3 0 0 0,-23 1 0 0 0,-19 0 0 0 0,-15 3 0 0 0,-10 4 0 0 0,-11-1 0 0 0,-15-3 0 0 0,-9 2 0 0 0,-5 2 0 0 0,-7 0 0 0 0,-1 1 0 0 0,-14 13 0 0 0,-18 11 0 0 0,-12 10 0 0 0,-17 0 0 0 0,-11 2 0 0 0,-7 1 0 0 0,1-2 0 0 0,2-1 0 0 0,0 1 0 0 0,-1 2 0 0 0,-1 2 0 0 0,-4 1 0 0 0,2-3 0 0 0,2-7 0 0 0,6-1 0 0 0,7-4 0 0 0,6-3 0 0 0,11-9 0 0 0,14-15 0 0 0,17-5 0 0 0,17-5 0 0 0,16-2 0 0 0,18-3 0 0 0,5-2 0 0 0,4 5 0 0 0,-5 7 0 0 0,5 6 0 0 0,2 1 0 0 0,-5 2 0 0 0,-2-3 0 0 0,0 2 0 0 0,-4 2 0 0 0,-12-2 0 0 0,-6 0 0 0 0,-5 2 0 0 0,-7-2 0 0 0,-2 1 0 0 0,-5-4 0 0 0,1 2 0 0 0,-8 1 0 0 0,-10 9 0 0 0,-15 10 0 0 0,-21 8 0 0 0,-18 2 0 0 0,-21 7 0 0 0,-18 6 0 0 0,-23 2 0 0 0,-2 1 0 0 0,-2-6 0 0 0,6-2 0 0 0,6-6 0 0 0,12-6 0 0 0,12 0 0 0 0,10-3 0 0 0,14-3 0 0 0,11-3 0 0 0,10-2 0 0 0,12 3 0 0 0,15 1 0 0 0,21-6 0 0 0,25-3 0 0 0,27-7 0 0 0,29-6 0 0 0,31-12 0 0 0,16-5 0 0 0,0 2 0 0 0,-3 6 0 0 0,-2 2 0 0 0,-3 0 0 0 0,-3 3 0 0 0,-7 0 0 0 0,-3-1 0 0 0,0 1 0 0 0,2 0 0 0 0,-5 3 0 0 0,-15 4 0 0 0,-14 4 0 0 0,-16 4 0 0 0,-14 2 0 0 0,-10 1 0 0 0,-3-4 0 0 0,-2-1 0 0 0,-2 1 0 0 0,-8 10 0 0 0,-8 11 0 0 0,-7 7 0 0 0,-11 5 0 0 0,-16 3 0 0 0,-21 6 0 0 0,-14-3 0 0 0,-20-2 0 0 0,-18-1 0 0 0,-20-1 0 0 0,-22 4 0 0 0,-10 3 0 0 0,-2-1 0 0 0,8-6 0 0 0,7-9 0 0 0,3-7 0 0 0,9-6 0 0 0,17 0 0 0 0,16 0 0 0 0,17-3 0 0 0,24-1 0 0 0,24-2 0 0 0,26-1 0 0 0,21-1 0 0 0,16 0 0 0 0,16 0 0 0 0,12-1 0 0 0,10-4 0 0 0,10-7 0 0 0,5-7 0 0 0,7-5 0 0 0,5 2 0 0 0,-6-1 0 0 0,-10 3 0 0 0,-11 6 0 0 0,-15 0 0 0 0,-14 2 0 0 0,-11 3 0 0 0,-8 3 0 0 0,-5 3 0 0 0,-3 1 0 0 0,-10 2 0 0 0,-20 1 0 0 0,-24-1 0 0 0,-24 1 0 0 0,-18 5 0 0 0,-18 1 0 0 0,-16 5 0 0 0,-10 0 0 0 0,-12 3 0 0 0,-11 5 0 0 0,-8-2 0 0 0,0 2 0 0 0,3 2 0 0 0,11-2 0 0 0,21-5 0 0 0,19 0 0 0 0,20-2 0 0 0,16-3 0 0 0,28-4 0 0 0,38-3 0 0 0,43-1 0 0 0,43-2 0 0 0,40-1 0 0 0,33 1 0 0 0,28-1 0 0 0,31 1 0 0 0,29-1 0 0 0,31 1 0 0 0,27 0 0 0 0,12 0 0 0 0,1 0 0 0 0,-25 0 0 0 0,-44 0 0 0 0,-46 0 0 0 0,-44 0 0 0 0,-46 0 0 0 0,-35 0 0 0 0,-27 0 0 0 0,-19 0 0 0 0,-13 0 0 0 0,-6 0 0 0 0,-3 0 0 0 0,0 0 0 0 0,-3-5 0 0 0,-6-7 0 0 0,0-7 0 0 0,3-5 0 0 0,-2-3 0 0 0,3-8 0 0 0,-3-3 0 0 0,2-5 0 0 0,-3-6 0 0 0,8 1 0 0 0,4-8 0 0 0,8-4 0 0 0,-1-2 0 0 0,-6 4 0 0 0,-4 7 0 0 0,6 2 0 0 0,3-1 0 0 0,-5-2 0 0 0,4-3 0 0 0,2 3 0 0 0,0-5 0 0 0,-5-9 0 0 0,-3 3 0 0 0,0 1 0 0 0,-4 0 0 0 0,-1 2 0 0 0,-4 0 0 0 0,-4 5 0 0 0,-4 7 0 0 0,-4 1 0 0 0,-3-2 0 0 0,5 3 0 0 0,5 4 0 0 0,1 3 0 0 0,4 4 0 0 0,-1 3 0 0 0,-2 1 0 0 0,-5 11 0 0 0,-3 35 0 0 0,-2 51 0 0 0,-7 60 0 0 0,-23 61 0 0 0,-28 39 0 0 0,-30 27 0 0 0,-27 18 0 0 0,-19-2 0 0 0,-14-16 0 0 0,3-20 0 0 0,10-34 0 0 0,1-25 0 0 0,9-27 0 0 0,8-18 0 0 0,9-15 0 0 0,7-12 0 0 0,9-7 0 0 0,16-16 0 0 0,8-15 0 0 0,12-14 0 0 0,9-10 0 0 0,6-6 0 0 0,6-5 0 0 0,2-2 0 0 0,2-5 0 0 0,5-1 0 0 0,1-5 0 0 0,0-4 0 0 0,-2 0 0 0 0,-2-1 0 0 0,-2-3 0 0 0,-11 2 0 0 0,-4 0 0 0 0,-16 3 0 0 0,-13 4 0 0 0,-128 16 0 0 0,-81 1 0 0 0,-55-5 0 0 0,-6-2 0 0 0,9-6 0 0 0,20-1 0 0 0,16-4 0 0 0,8-5 0 0 0,12-4 0 0 0,2-3 0 0 0,6-3 0 0 0,2-1 0 0 0,12-1 0 0 0,17 0 0 0 0,19 1 0 0 0,20-1 0 0 0,30 0 0 0 0,22 1 0 0 0,15 0 0 0 0,16 0 0 0 0,11 0 0 0 0,9 0 0 0 0,4 0 0 0 0,4 0 0 0 0,0 0 0 0 0,5 0 0 0 0,7 0 0 0 0,-5 0 0 0 0,-3 0 0 0 0,-4 0 0 0 0,-7 0 0 0 0,-7 0 0 0 0,-3 0 0 0 0,1 0 0 0 0,-17 0 0 0 0,-29 0 0 0 0,-31 0 0 0 0,-30 0 0 0 0,-6 0 0 0 0,9 0 0 0 0,20 0 0 0 0,15 5 0 0 0,6 7 0 0 0,17 2 0 0 0,8 2 0 0 0,7 0 0 0 0,1-3 0 0 0,3-4 0 0 0,3-4 0 0 0,13-2 0 0 0,5-2 0 0 0,7 4 0 0 0,10 1 0 0 0,10 0 0 0 0,15 4 0 0 0,13 0 0 0 0,11 4 0 0 0,8-1 0 0 0,5-3 0 0 0,3-2 0 0 0,0-3 0 0 0,1-3 0 0 0,-1-1 0 0 0,-1-1 0 0 0,-5 0 0 0 0,-3-1 0 0 0,-4 1 0 0 0,-7-1 0 0 0,1 1 0 0 0,-8 5 0 0 0,-9 1 0 0 0,0 11 0 0 0,-4 2 0 0 0,-5 3 0 0 0,3 3 0 0 0,0 2 0 0 0,0-3 0 0 0,-3-1 0 0 0,1 1 0 0 0,2 2 0 0 0,-2-4 0 0 0,5-6 0 0 0,10 0 0 0 0,4-3 0 0 0,5-4 0 0 0,7-3 0 0 0,4-2 0 0 0,9-3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8199" y="1174819"/>
            <a:ext cx="4826795" cy="285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err="1">
                <a:solidFill>
                  <a:schemeClr val="bg1"/>
                </a:solidFill>
                <a:latin typeface="Aptos Display"/>
                <a:ea typeface="+mj-ea"/>
                <a:cs typeface="+mj-cs"/>
              </a:rPr>
              <a:t>TwinLine</a:t>
            </a:r>
            <a:endParaRPr lang="en-US" sz="4500" b="1" err="1">
              <a:solidFill>
                <a:schemeClr val="bg1"/>
              </a:solidFill>
              <a:latin typeface="Aptos Display"/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500" b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i="0" u="none">
                <a:solidFill>
                  <a:schemeClr val="bg1"/>
                </a:solidFill>
                <a:latin typeface="Aptos Display"/>
                <a:ea typeface="+mj-ea"/>
                <a:cs typeface="+mj-cs"/>
              </a:rPr>
              <a:t>Strategic </a:t>
            </a:r>
            <a:r>
              <a:rPr lang="en-US" sz="4500" b="1">
                <a:solidFill>
                  <a:schemeClr val="bg1"/>
                </a:solidFill>
                <a:latin typeface="Aptos Display"/>
                <a:ea typeface="+mj-ea"/>
                <a:cs typeface="+mj-cs"/>
              </a:rPr>
              <a:t>Growth Proposal</a:t>
            </a:r>
            <a:endParaRPr lang="en-US" sz="450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500" b="1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5024" y="4414180"/>
            <a:ext cx="4830283" cy="15945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chemeClr val="bg1"/>
                </a:solidFill>
              </a:rPr>
              <a:t>Accelerating Operational Excellence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6A5CBB-E03B-4019-8BCD-78975D39E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4993204-9792-4E61-A83C-73D4379E2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138312"/>
            <a:ext cx="5260975" cy="1410656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FA856-46B5-C306-28DF-821F0C281684}"/>
              </a:ext>
            </a:extLst>
          </p:cNvPr>
          <p:cNvSpPr txBox="1"/>
          <p:nvPr/>
        </p:nvSpPr>
        <p:spPr>
          <a:xfrm>
            <a:off x="8221021" y="6285222"/>
            <a:ext cx="36020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Team </a:t>
            </a:r>
            <a:r>
              <a:rPr lang="en-US" dirty="0" err="1">
                <a:solidFill>
                  <a:schemeClr val="bg1"/>
                </a:solidFill>
                <a:latin typeface="Aptos Display"/>
                <a:ea typeface="Calibri"/>
                <a:cs typeface="Calibri"/>
              </a:rPr>
              <a:t>InnovAstra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3FFFA8F-9009-9503-DDF3-4233CD6169A2}"/>
                  </a:ext>
                </a:extLst>
              </p14:cNvPr>
              <p14:cNvContentPartPr/>
              <p14:nvPr/>
            </p14:nvContentPartPr>
            <p14:xfrm>
              <a:off x="5766072" y="4039879"/>
              <a:ext cx="6112333" cy="1749711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3FFFA8F-9009-9503-DDF3-4233CD6169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3077" y="3977248"/>
                <a:ext cx="6237963" cy="1875333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8727A78-71D3-458E-5807-B37E17287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817" y="1711890"/>
            <a:ext cx="4940530" cy="40500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Executive Summary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60B58D-C144-DE3C-DFBB-D709CA7D7D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0864393"/>
              </p:ext>
            </p:extLst>
          </p:nvPr>
        </p:nvGraphicFramePr>
        <p:xfrm>
          <a:off x="4376057" y="696685"/>
          <a:ext cx="6749142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383564" y="348865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i="0" u="none" kern="1200">
                <a:solidFill>
                  <a:srgbClr val="FFFFFF"/>
                </a:solidFill>
                <a:latin typeface="Aptos Display"/>
                <a:ea typeface="+mj-ea"/>
                <a:cs typeface="+mj-cs"/>
              </a:rPr>
              <a:t>Core Strategic Pillars</a:t>
            </a: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B0A1FF91-F120-DB21-ED51-8B0C3FE23E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0321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2606639-CD60-6848-7451-46AA00999A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415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Shwethaa R</cp:lastModifiedBy>
  <cp:revision>289</cp:revision>
  <dcterms:created xsi:type="dcterms:W3CDTF">2013-01-27T09:14:16Z</dcterms:created>
  <dcterms:modified xsi:type="dcterms:W3CDTF">2026-08-30T16:42:03Z</dcterms:modified>
  <cp:category/>
</cp:coreProperties>
</file>